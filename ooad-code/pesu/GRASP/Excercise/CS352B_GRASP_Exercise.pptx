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_rels/.rels" ContentType="application/vnd.openxmlformats-package.relationships+xml"/>
  <Override PartName="/ppt/presentation.xml" ContentType="application/vnd.openxmlformats-officedocument.presentationml.presentation.main+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theme/theme17.xml" ContentType="application/vnd.openxmlformats-officedocument.theme+xml"/>
  <Override PartName="/ppt/theme/theme13.xml" ContentType="application/vnd.openxmlformats-officedocument.theme+xml"/>
  <Override PartName="/ppt/theme/theme6.xml" ContentType="application/vnd.openxmlformats-officedocument.theme+xml"/>
  <Override PartName="/ppt/theme/theme18.xml" ContentType="application/vnd.openxmlformats-officedocument.theme+xml"/>
  <Override PartName="/ppt/theme/theme14.xml" ContentType="application/vnd.openxmlformats-officedocument.theme+xml"/>
  <Override PartName="/ppt/theme/theme7.xml" ContentType="application/vnd.openxmlformats-officedocument.theme+xml"/>
  <Override PartName="/ppt/theme/theme19.xml" ContentType="application/vnd.openxmlformats-officedocument.theme+xml"/>
  <Override PartName="/ppt/theme/theme3.xml" ContentType="application/vnd.openxmlformats-officedocument.theme+xml"/>
  <Override PartName="/ppt/theme/theme10.xml" ContentType="application/vnd.openxmlformats-officedocument.theme+xml"/>
  <Override PartName="/ppt/theme/theme8.xml" ContentType="application/vnd.openxmlformats-officedocument.theme+xml"/>
  <Override PartName="/ppt/theme/theme15.xml" ContentType="application/vnd.openxmlformats-officedocument.theme+xml"/>
  <Override PartName="/ppt/theme/theme4.xml" ContentType="application/vnd.openxmlformats-officedocument.theme+xml"/>
  <Override PartName="/ppt/theme/theme11.xml" ContentType="application/vnd.openxmlformats-officedocument.theme+xml"/>
  <Override PartName="/ppt/theme/theme16.xml" ContentType="application/vnd.openxmlformats-officedocument.theme+xml"/>
  <Override PartName="/ppt/theme/theme9.xml" ContentType="application/vnd.openxmlformats-officedocument.theme+xml"/>
  <Override PartName="/ppt/theme/theme5.xml" ContentType="application/vnd.openxmlformats-officedocument.theme+xml"/>
  <Override PartName="/ppt/theme/theme12.xml" ContentType="application/vnd.openxmlformats-officedocument.theme+xml"/>
  <Override PartName="/ppt/theme/theme20.xml" ContentType="application/vnd.openxmlformats-officedocument.theme+xml"/>
  <Override PartName="/ppt/theme/theme21.xml" ContentType="application/vnd.openxmlformats-officedocument.theme+xml"/>
  <Override PartName="/ppt/theme/theme22.xml" ContentType="application/vnd.openxmlformats-officedocument.theme+xml"/>
  <Override PartName="/ppt/theme/theme23.xml" ContentType="application/vnd.openxmlformats-officedocument.theme+xml"/>
  <Override PartName="/ppt/theme/theme24.xml" ContentType="application/vnd.openxmlformats-officedocument.theme+xml"/>
  <Override PartName="/ppt/theme/theme25.xml" ContentType="application/vnd.openxmlformats-officedocument.theme+xml"/>
  <Override PartName="/ppt/theme/theme26.xml" ContentType="application/vnd.openxmlformats-officedocument.theme+xml"/>
  <Override PartName="/ppt/slideMasters/_rels/slideMaster25.xml.rels" ContentType="application/vnd.openxmlformats-package.relationships+xml"/>
  <Override PartName="/ppt/slideMasters/_rels/slideMaster8.xml.rels" ContentType="application/vnd.openxmlformats-package.relationships+xml"/>
  <Override PartName="/ppt/slideMasters/_rels/slideMaster19.xml.rels" ContentType="application/vnd.openxmlformats-package.relationships+xml"/>
  <Override PartName="/ppt/slideMasters/_rels/slideMaster22.xml.rels" ContentType="application/vnd.openxmlformats-package.relationships+xml"/>
  <Override PartName="/ppt/slideMasters/_rels/slideMaster5.xml.rels" ContentType="application/vnd.openxmlformats-package.relationships+xml"/>
  <Override PartName="/ppt/slideMasters/_rels/slideMaster16.xml.rels" ContentType="application/vnd.openxmlformats-package.relationships+xml"/>
  <Override PartName="/ppt/slideMasters/_rels/slideMaster23.xml.rels" ContentType="application/vnd.openxmlformats-package.relationships+xml"/>
  <Override PartName="/ppt/slideMasters/_rels/slideMaster6.xml.rels" ContentType="application/vnd.openxmlformats-package.relationships+xml"/>
  <Override PartName="/ppt/slideMasters/_rels/slideMaster17.xml.rels" ContentType="application/vnd.openxmlformats-package.relationships+xml"/>
  <Override PartName="/ppt/slideMasters/_rels/slideMaster7.xml.rels" ContentType="application/vnd.openxmlformats-package.relationships+xml"/>
  <Override PartName="/ppt/slideMasters/_rels/slideMaster18.xml.rels" ContentType="application/vnd.openxmlformats-package.relationships+xml"/>
  <Override PartName="/ppt/slideMasters/_rels/slideMaster24.xml.rels" ContentType="application/vnd.openxmlformats-package.relationships+xml"/>
  <Override PartName="/ppt/slideMasters/_rels/slideMaster21.xml.rels" ContentType="application/vnd.openxmlformats-package.relationships+xml"/>
  <Override PartName="/ppt/slideMasters/_rels/slideMaster20.xml.rels" ContentType="application/vnd.openxmlformats-package.relationships+xml"/>
  <Override PartName="/ppt/slideMasters/_rels/slideMaster9.xml.rels" ContentType="application/vnd.openxmlformats-package.relationships+xml"/>
  <Override PartName="/ppt/slideMasters/_rels/slideMaster11.xml.rels" ContentType="application/vnd.openxmlformats-package.relationships+xml"/>
  <Override PartName="/ppt/slideMasters/_rels/slideMaster10.xml.rels" ContentType="application/vnd.openxmlformats-package.relationships+xml"/>
  <Override PartName="/ppt/slideMasters/_rels/slideMaster15.xml.rels" ContentType="application/vnd.openxmlformats-package.relationships+xml"/>
  <Override PartName="/ppt/slideMasters/_rels/slideMaster4.xml.rels" ContentType="application/vnd.openxmlformats-package.relationships+xml"/>
  <Override PartName="/ppt/slideMasters/_rels/slideMaster14.xml.rels" ContentType="application/vnd.openxmlformats-package.relationships+xml"/>
  <Override PartName="/ppt/slideMasters/_rels/slideMaster3.xml.rels" ContentType="application/vnd.openxmlformats-package.relationships+xml"/>
  <Override PartName="/ppt/slideMasters/_rels/slideMaster1.xml.rels" ContentType="application/vnd.openxmlformats-package.relationships+xml"/>
  <Override PartName="/ppt/slideMasters/_rels/slideMaster12.xml.rels" ContentType="application/vnd.openxmlformats-package.relationships+xml"/>
  <Override PartName="/ppt/slideMasters/_rels/slideMaster13.xml.rels" ContentType="application/vnd.openxmlformats-package.relationships+xml"/>
  <Override PartName="/ppt/slideMasters/_rels/slideMaster2.xml.rels" ContentType="application/vnd.openxmlformats-package.relationships+xml"/>
  <Override PartName="/ppt/slideMasters/slideMaster2.xml" ContentType="application/vnd.openxmlformats-officedocument.presentationml.slideMaster+xml"/>
  <Override PartName="/ppt/slideMasters/slideMaster12.xml" ContentType="application/vnd.openxmlformats-officedocument.presentationml.slideMaster+xml"/>
  <Override PartName="/ppt/slideMasters/slideMaster3.xml" ContentType="application/vnd.openxmlformats-officedocument.presentationml.slideMaster+xml"/>
  <Override PartName="/ppt/slideMasters/slideMaster13.xml" ContentType="application/vnd.openxmlformats-officedocument.presentationml.slideMaster+xml"/>
  <Override PartName="/ppt/slideMasters/slideMaster4.xml" ContentType="application/vnd.openxmlformats-officedocument.presentationml.slideMaster+xml"/>
  <Override PartName="/ppt/slideMasters/slideMaster14.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xml" ContentType="application/vnd.openxmlformats-officedocument.presentationml.slideMaster+xml"/>
  <Override PartName="/ppt/slideMasters/slideMaster9.xml" ContentType="application/vnd.openxmlformats-officedocument.presentationml.slideMaster+xml"/>
  <Override PartName="/ppt/slideMasters/slideMaster24.xml" ContentType="application/vnd.openxmlformats-officedocument.presentationml.slideMaster+xml"/>
  <Override PartName="/ppt/slideMasters/slideMaster5.xml" ContentType="application/vnd.openxmlformats-officedocument.presentationml.slideMaster+xml"/>
  <Override PartName="/ppt/slideMasters/slideMaster20.xml" ContentType="application/vnd.openxmlformats-officedocument.presentationml.slideMaster+xml"/>
  <Override PartName="/ppt/slideMasters/slideMaster6.xml" ContentType="application/vnd.openxmlformats-officedocument.presentationml.slideMaster+xml"/>
  <Override PartName="/ppt/slideMasters/slideMaster21.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22.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23.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15.xml" ContentType="application/vnd.openxmlformats-officedocument.presentationml.slideMaster+xml"/>
  <Override PartName="/ppt/slideMasters/slideMaster25.xml" ContentType="application/vnd.openxmlformats-officedocument.presentationml.slideMaster+xml"/>
  <Override PartName="/ppt/notesMasters/_rels/notesMaster1.xml.rels" ContentType="application/vnd.openxmlformats-package.relationships+xml"/>
  <Override PartName="/ppt/notesMasters/notesMaster1.xml" ContentType="application/vnd.openxmlformats-officedocument.presentationml.notesMaster+xml"/>
  <Override PartName="/ppt/_rels/presentation.xml.rels" ContentType="application/vnd.openxmlformats-package.relationships+xml"/>
  <Override PartName="/ppt/slideLayouts/_rels/slideLayout25.xml.rels" ContentType="application/vnd.openxmlformats-package.relationships+xml"/>
  <Override PartName="/ppt/slideLayouts/_rels/slideLayout6.xml.rels" ContentType="application/vnd.openxmlformats-package.relationships+xml"/>
  <Override PartName="/ppt/slideLayouts/_rels/slideLayout11.xml.rels" ContentType="application/vnd.openxmlformats-package.relationships+xml"/>
  <Override PartName="/ppt/slideLayouts/_rels/slideLayout19.xml.rels" ContentType="application/vnd.openxmlformats-package.relationships+xml"/>
  <Override PartName="/ppt/slideLayouts/_rels/slideLayout23.xml.rels" ContentType="application/vnd.openxmlformats-package.relationships+xml"/>
  <Override PartName="/ppt/slideLayouts/_rels/slideLayout8.xml.rels" ContentType="application/vnd.openxmlformats-package.relationships+xml"/>
  <Override PartName="/ppt/slideLayouts/_rels/slideLayout21.xml.rels" ContentType="application/vnd.openxmlformats-package.relationships+xml"/>
  <Override PartName="/ppt/slideLayouts/_rels/slideLayout13.xml.rels" ContentType="application/vnd.openxmlformats-package.relationships+xml"/>
  <Override PartName="/ppt/slideLayouts/_rels/slideLayout5.xml.rels" ContentType="application/vnd.openxmlformats-package.relationships+xml"/>
  <Override PartName="/ppt/slideLayouts/_rels/slideLayout10.xml.rels" ContentType="application/vnd.openxmlformats-package.relationships+xml"/>
  <Override PartName="/ppt/slideLayouts/_rels/slideLayout18.xml.rels" ContentType="application/vnd.openxmlformats-package.relationships+xml"/>
  <Override PartName="/ppt/slideLayouts/_rels/slideLayout7.xml.rels" ContentType="application/vnd.openxmlformats-package.relationships+xml"/>
  <Override PartName="/ppt/slideLayouts/_rels/slideLayout20.xml.rels" ContentType="application/vnd.openxmlformats-package.relationships+xml"/>
  <Override PartName="/ppt/slideLayouts/_rels/slideLayout12.xml.rels" ContentType="application/vnd.openxmlformats-package.relationships+xml"/>
  <Override PartName="/ppt/slideLayouts/_rels/slideLayout14.xml.rels" ContentType="application/vnd.openxmlformats-package.relationships+xml"/>
  <Override PartName="/ppt/slideLayouts/_rels/slideLayout22.xml.rels" ContentType="application/vnd.openxmlformats-package.relationships+xml"/>
  <Override PartName="/ppt/slideLayouts/_rels/slideLayout9.xml.rels" ContentType="application/vnd.openxmlformats-package.relationships+xml"/>
  <Override PartName="/ppt/slideLayouts/_rels/slideLayout24.xml.rels" ContentType="application/vnd.openxmlformats-package.relationships+xml"/>
  <Override PartName="/ppt/slideLayouts/_rels/slideLayout17.xml.rels" ContentType="application/vnd.openxmlformats-package.relationships+xml"/>
  <Override PartName="/ppt/slideLayouts/_rels/slideLayout4.xml.rels" ContentType="application/vnd.openxmlformats-package.relationships+xml"/>
  <Override PartName="/ppt/slideLayouts/_rels/slideLayout16.xml.rels" ContentType="application/vnd.openxmlformats-package.relationships+xml"/>
  <Override PartName="/ppt/slideLayouts/_rels/slideLayout3.xml.rels" ContentType="application/vnd.openxmlformats-package.relationships+xml"/>
  <Override PartName="/ppt/slideLayouts/_rels/slideLayout15.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24.xml" ContentType="application/vnd.openxmlformats-officedocument.presentationml.slideLayout+xml"/>
  <Override PartName="/ppt/slideLayouts/slideLayout9.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0.xml" ContentType="application/vnd.openxmlformats-officedocument.presentationml.slideLayout+xml"/>
  <Override PartName="/ppt/slideLayouts/slideLayout5.xml" ContentType="application/vnd.openxmlformats-officedocument.presentationml.slideLayout+xml"/>
  <Override PartName="/ppt/slideLayouts/slideLayout20.xml" ContentType="application/vnd.openxmlformats-officedocument.presentationml.slideLayout+xml"/>
  <Override PartName="/ppt/slideLayouts/slideLayout11.xml" ContentType="application/vnd.openxmlformats-officedocument.presentationml.slideLayout+xml"/>
  <Override PartName="/ppt/slideLayouts/slideLayout6.xml" ContentType="application/vnd.openxmlformats-officedocument.presentationml.slideLayout+xml"/>
  <Override PartName="/ppt/slideLayouts/slideLayout21.xml" ContentType="application/vnd.openxmlformats-officedocument.presentationml.slideLayout+xml"/>
  <Override PartName="/ppt/slideLayouts/slideLayout12.xml" ContentType="application/vnd.openxmlformats-officedocument.presentationml.slideLayout+xml"/>
  <Override PartName="/ppt/slideLayouts/slideLayout22.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23.xml" ContentType="application/vnd.openxmlformats-officedocument.presentationml.slideLayout+xml"/>
  <Override PartName="/ppt/slideLayouts/slideLayout13.xml" ContentType="application/vnd.openxmlformats-officedocument.presentationml.slideLayout+xml"/>
  <Override PartName="/ppt/slideLayouts/slideLayout19.xml" ContentType="application/vnd.openxmlformats-officedocument.presentationml.slideLayout+xml"/>
  <Override PartName="/ppt/slideLayouts/slideLayout25.xml" ContentType="application/vnd.openxmlformats-officedocument.presentationml.slideLayout+xml"/>
  <Override PartName="/ppt/media/image1.png" ContentType="image/png"/>
  <Override PartName="/ppt/media/image2.png" ContentType="image/png"/>
  <Override PartName="/ppt/media/image3.png" ContentType="image/png"/>
  <Override PartName="/ppt/media/image4.png" ContentType="image/png"/>
  <Override PartName="/ppt/slides/_rels/slide9.xml.rels" ContentType="application/vnd.openxmlformats-package.relationships+xml"/>
  <Override PartName="/ppt/slides/_rels/slide8.xml.rels" ContentType="application/vnd.openxmlformats-package.relationships+xml"/>
  <Override PartName="/ppt/slides/_rels/slide11.xml.rels" ContentType="application/vnd.openxmlformats-package.relationships+xml"/>
  <Override PartName="/ppt/slides/_rels/slide7.xml.rels" ContentType="application/vnd.openxmlformats-package.relationships+xml"/>
  <Override PartName="/ppt/slides/_rels/slide10.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10.xml" ContentType="application/vnd.openxmlformats-officedocument.presentationml.slide+xml"/>
  <Override PartName="/ppt/slides/slide3.xml" ContentType="application/vnd.openxmlformats-officedocument.presentationml.slide+xml"/>
  <Override PartName="/ppt/slides/slide1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Slides/_rels/notesSlide7.xml.rels" ContentType="application/vnd.openxmlformats-package.relationships+xml"/>
  <Override PartName="/ppt/notesSlides/_rels/notesSlide9.xml.rels" ContentType="application/vnd.openxmlformats-package.relationships+xml"/>
  <Override PartName="/ppt/notesSlides/_rels/notesSlide10.xml.rels" ContentType="application/vnd.openxmlformats-package.relationships+xml"/>
  <Override PartName="/ppt/notesSlides/_rels/notesSlide6.xml.rels" ContentType="application/vnd.openxmlformats-package.relationships+xml"/>
  <Override PartName="/ppt/notesSlides/_rels/notesSlide5.xml.rels" ContentType="application/vnd.openxmlformats-package.relationships+xml"/>
  <Override PartName="/ppt/notesSlides/_rels/notesSlide4.xml.rels" ContentType="application/vnd.openxmlformats-package.relationships+xml"/>
  <Override PartName="/ppt/notesSlides/_rels/notesSlide3.xml.rels" ContentType="application/vnd.openxmlformats-package.relationships+xml"/>
  <Override PartName="/ppt/notesSlides/_rels/notesSlide2.xml.rels" ContentType="application/vnd.openxmlformats-package.relationship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7.xml" ContentType="application/vnd.openxmlformats-officedocument.presentationml.notesSlide+xml"/>
  <Override PartName="/ppt/notesSlides/notesSlide9.xml" ContentType="application/vnd.openxmlformats-officedocument.presentationml.notesSlide+xml"/>
  <Override PartName="/ppt/notesSlides/notesSlide6.xml" ContentType="application/vnd.openxmlformats-officedocument.presentationml.notesSlide+xml"/>
  <Override PartName="/ppt/notesSlides/notesSlide10.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 id="2147483672" r:id="rId14"/>
    <p:sldMasterId id="2147483674" r:id="rId15"/>
    <p:sldMasterId id="2147483676" r:id="rId16"/>
    <p:sldMasterId id="2147483678" r:id="rId17"/>
    <p:sldMasterId id="2147483680" r:id="rId18"/>
    <p:sldMasterId id="2147483682" r:id="rId19"/>
    <p:sldMasterId id="2147483684" r:id="rId20"/>
    <p:sldMasterId id="2147483686" r:id="rId21"/>
    <p:sldMasterId id="2147483688" r:id="rId22"/>
    <p:sldMasterId id="2147483690" r:id="rId23"/>
    <p:sldMasterId id="2147483692" r:id="rId24"/>
    <p:sldMasterId id="2147483694" r:id="rId25"/>
    <p:sldMasterId id="2147483696" r:id="rId26"/>
  </p:sldMasterIdLst>
  <p:notesMasterIdLst>
    <p:notesMasterId r:id="rId27"/>
  </p:notesMasterIdLst>
  <p:sldIdLst>
    <p:sldId id="256" r:id="rId28"/>
    <p:sldId id="257" r:id="rId29"/>
    <p:sldId id="258" r:id="rId30"/>
    <p:sldId id="259" r:id="rId31"/>
    <p:sldId id="260" r:id="rId32"/>
    <p:sldId id="261" r:id="rId33"/>
    <p:sldId id="262" r:id="rId34"/>
    <p:sldId id="263" r:id="rId35"/>
    <p:sldId id="264" r:id="rId36"/>
    <p:sldId id="265" r:id="rId37"/>
    <p:sldId id="266" r:id="rId38"/>
  </p:sldIdLst>
  <p:sldSz cx="9144000" cy="6858000"/>
  <p:notesSz cx="6654800" cy="86725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Master" Target="slideMasters/slideMaster13.xml"/><Relationship Id="rId15" Type="http://schemas.openxmlformats.org/officeDocument/2006/relationships/slideMaster" Target="slideMasters/slideMaster14.xml"/><Relationship Id="rId16" Type="http://schemas.openxmlformats.org/officeDocument/2006/relationships/slideMaster" Target="slideMasters/slideMaster15.xml"/><Relationship Id="rId17" Type="http://schemas.openxmlformats.org/officeDocument/2006/relationships/slideMaster" Target="slideMasters/slideMaster16.xml"/><Relationship Id="rId18" Type="http://schemas.openxmlformats.org/officeDocument/2006/relationships/slideMaster" Target="slideMasters/slideMaster17.xml"/><Relationship Id="rId19" Type="http://schemas.openxmlformats.org/officeDocument/2006/relationships/slideMaster" Target="slideMasters/slideMaster18.xml"/><Relationship Id="rId20" Type="http://schemas.openxmlformats.org/officeDocument/2006/relationships/slideMaster" Target="slideMasters/slideMaster19.xml"/><Relationship Id="rId21" Type="http://schemas.openxmlformats.org/officeDocument/2006/relationships/slideMaster" Target="slideMasters/slideMaster20.xml"/><Relationship Id="rId22" Type="http://schemas.openxmlformats.org/officeDocument/2006/relationships/slideMaster" Target="slideMasters/slideMaster21.xml"/><Relationship Id="rId23" Type="http://schemas.openxmlformats.org/officeDocument/2006/relationships/slideMaster" Target="slideMasters/slideMaster22.xml"/><Relationship Id="rId24" Type="http://schemas.openxmlformats.org/officeDocument/2006/relationships/slideMaster" Target="slideMasters/slideMaster23.xml"/><Relationship Id="rId25" Type="http://schemas.openxmlformats.org/officeDocument/2006/relationships/slideMaster" Target="slideMasters/slideMaster24.xml"/><Relationship Id="rId26" Type="http://schemas.openxmlformats.org/officeDocument/2006/relationships/slideMaster" Target="slideMasters/slideMaster25.xml"/><Relationship Id="rId27" Type="http://schemas.openxmlformats.org/officeDocument/2006/relationships/notesMaster" Target="notesMasters/notesMaster1.xml"/><Relationship Id="rId28" Type="http://schemas.openxmlformats.org/officeDocument/2006/relationships/slide" Target="slides/slide1.xml"/><Relationship Id="rId29" Type="http://schemas.openxmlformats.org/officeDocument/2006/relationships/slide" Target="slides/slide2.xml"/><Relationship Id="rId30" Type="http://schemas.openxmlformats.org/officeDocument/2006/relationships/slide" Target="slides/slide3.xml"/><Relationship Id="rId31" Type="http://schemas.openxmlformats.org/officeDocument/2006/relationships/slide" Target="slides/slide4.xml"/><Relationship Id="rId32" Type="http://schemas.openxmlformats.org/officeDocument/2006/relationships/slide" Target="slides/slide5.xml"/><Relationship Id="rId33" Type="http://schemas.openxmlformats.org/officeDocument/2006/relationships/slide" Target="slides/slide6.xml"/><Relationship Id="rId34" Type="http://schemas.openxmlformats.org/officeDocument/2006/relationships/slide" Target="slides/slide7.xml"/><Relationship Id="rId35" Type="http://schemas.openxmlformats.org/officeDocument/2006/relationships/slide" Target="slides/slide8.xml"/><Relationship Id="rId36" Type="http://schemas.openxmlformats.org/officeDocument/2006/relationships/slide" Target="slides/slide9.xml"/><Relationship Id="rId37" Type="http://schemas.openxmlformats.org/officeDocument/2006/relationships/slide" Target="slides/slide10.xml"/><Relationship Id="rId38" Type="http://schemas.openxmlformats.org/officeDocument/2006/relationships/slide" Target="slides/slide11.xml"/><Relationship Id="rId39"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6.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8"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pPr algn="ctr"/>
            <a:r>
              <a:rPr b="0" lang="en-US" sz="4400" spc="-1" strike="noStrike">
                <a:solidFill>
                  <a:srgbClr val="000000"/>
                </a:solidFill>
                <a:latin typeface="Arial"/>
              </a:rPr>
              <a:t>Click to move the slide</a:t>
            </a:r>
            <a:endParaRPr b="0" lang="en-US" sz="4400" spc="-1" strike="noStrike">
              <a:solidFill>
                <a:srgbClr val="000000"/>
              </a:solidFill>
              <a:latin typeface="Arial"/>
            </a:endParaRPr>
          </a:p>
        </p:txBody>
      </p:sp>
      <p:sp>
        <p:nvSpPr>
          <p:cNvPr id="139"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140"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141" name="PlaceHolder 4"/>
          <p:cNvSpPr>
            <a:spLocks noGrp="1"/>
          </p:cNvSpPr>
          <p:nvPr>
            <p:ph type="dt" idx="72"/>
          </p:nvPr>
        </p:nvSpPr>
        <p:spPr>
          <a:xfrm>
            <a:off x="4278960" y="0"/>
            <a:ext cx="3280680" cy="53424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142" name="PlaceHolder 5"/>
          <p:cNvSpPr>
            <a:spLocks noGrp="1"/>
          </p:cNvSpPr>
          <p:nvPr>
            <p:ph type="ftr" idx="73"/>
          </p:nvPr>
        </p:nvSpPr>
        <p:spPr>
          <a:xfrm>
            <a:off x="0" y="10157400"/>
            <a:ext cx="3280680" cy="534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43" name="PlaceHolder 6"/>
          <p:cNvSpPr>
            <a:spLocks noGrp="1"/>
          </p:cNvSpPr>
          <p:nvPr>
            <p:ph type="sldNum" idx="74"/>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79FA9F91-8713-48A6-B5BF-7319435CC60A}"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5" name="PlaceHolder 1"/>
          <p:cNvSpPr>
            <a:spLocks noGrp="1"/>
          </p:cNvSpPr>
          <p:nvPr>
            <p:ph type="sldImg"/>
          </p:nvPr>
        </p:nvSpPr>
        <p:spPr>
          <a:xfrm>
            <a:off x="1371600" y="1143000"/>
            <a:ext cx="4113720" cy="3085200"/>
          </a:xfrm>
          <a:prstGeom prst="rect">
            <a:avLst/>
          </a:prstGeom>
          <a:ln w="0">
            <a:noFill/>
          </a:ln>
        </p:spPr>
      </p:sp>
      <p:sp>
        <p:nvSpPr>
          <p:cNvPr id="216"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17" name="PlaceHolder 3"/>
          <p:cNvSpPr>
            <a:spLocks noGrp="1"/>
          </p:cNvSpPr>
          <p:nvPr>
            <p:ph type="sldNum" idx="75"/>
          </p:nvPr>
        </p:nvSpPr>
        <p:spPr>
          <a:xfrm>
            <a:off x="3884760" y="8685360"/>
            <a:ext cx="2970720" cy="45756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chemeClr val="dk1"/>
                </a:solidFill>
                <a:latin typeface="Tahoma"/>
                <a:ea typeface="Tahoma"/>
              </a:defRPr>
            </a:lvl1pPr>
          </a:lstStyle>
          <a:p>
            <a:pPr indent="0" algn="r">
              <a:lnSpc>
                <a:spcPct val="100000"/>
              </a:lnSpc>
              <a:buNone/>
              <a:tabLst>
                <a:tab algn="l" pos="0"/>
              </a:tabLst>
            </a:pPr>
            <a:fld id="{06F04C2C-E98B-4BAF-A72E-F6E331172BF4}" type="slidenum">
              <a:rPr b="0" lang="en-US" sz="1200" spc="-1" strike="noStrike">
                <a:solidFill>
                  <a:schemeClr val="dk1"/>
                </a:solidFill>
                <a:latin typeface="Tahoma"/>
                <a:ea typeface="Tahoma"/>
              </a:rPr>
              <a:t>&lt;number&gt;</a:t>
            </a:fld>
            <a:endParaRPr b="0" lang="en-US" sz="1200" spc="-1" strike="noStrike">
              <a:solidFill>
                <a:srgbClr val="000000"/>
              </a:solidFill>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8" name="PlaceHolder 1"/>
          <p:cNvSpPr>
            <a:spLocks noGrp="1"/>
          </p:cNvSpPr>
          <p:nvPr>
            <p:ph type="sldImg"/>
          </p:nvPr>
        </p:nvSpPr>
        <p:spPr>
          <a:xfrm>
            <a:off x="1371600" y="1143000"/>
            <a:ext cx="4113720" cy="3085200"/>
          </a:xfrm>
          <a:prstGeom prst="rect">
            <a:avLst/>
          </a:prstGeom>
          <a:ln w="0">
            <a:noFill/>
          </a:ln>
        </p:spPr>
      </p:sp>
      <p:sp>
        <p:nvSpPr>
          <p:cNvPr id="219"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20" name="PlaceHolder 3"/>
          <p:cNvSpPr>
            <a:spLocks noGrp="1"/>
          </p:cNvSpPr>
          <p:nvPr>
            <p:ph type="sldNum" idx="76"/>
          </p:nvPr>
        </p:nvSpPr>
        <p:spPr>
          <a:xfrm>
            <a:off x="3884760" y="8685360"/>
            <a:ext cx="2970720" cy="45756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chemeClr val="dk1"/>
                </a:solidFill>
                <a:latin typeface="Tahoma"/>
                <a:ea typeface="Tahoma"/>
              </a:defRPr>
            </a:lvl1pPr>
          </a:lstStyle>
          <a:p>
            <a:pPr indent="0" algn="r">
              <a:lnSpc>
                <a:spcPct val="100000"/>
              </a:lnSpc>
              <a:buNone/>
              <a:tabLst>
                <a:tab algn="l" pos="0"/>
              </a:tabLst>
            </a:pPr>
            <a:fld id="{0BB82265-832E-43DC-85DA-495AA8757167}" type="slidenum">
              <a:rPr b="0" lang="en-US" sz="1200" spc="-1" strike="noStrike">
                <a:solidFill>
                  <a:schemeClr val="dk1"/>
                </a:solidFill>
                <a:latin typeface="Tahoma"/>
                <a:ea typeface="Tahoma"/>
              </a:rPr>
              <a:t>&lt;number&gt;</a:t>
            </a:fld>
            <a:endParaRPr b="0" lang="en-US" sz="12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1" name="PlaceHolder 1"/>
          <p:cNvSpPr>
            <a:spLocks noGrp="1"/>
          </p:cNvSpPr>
          <p:nvPr>
            <p:ph type="sldImg"/>
          </p:nvPr>
        </p:nvSpPr>
        <p:spPr>
          <a:xfrm>
            <a:off x="1371600" y="1143000"/>
            <a:ext cx="4113720" cy="3085200"/>
          </a:xfrm>
          <a:prstGeom prst="rect">
            <a:avLst/>
          </a:prstGeom>
          <a:ln w="0">
            <a:noFill/>
          </a:ln>
        </p:spPr>
      </p:sp>
      <p:sp>
        <p:nvSpPr>
          <p:cNvPr id="222"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23" name="PlaceHolder 3"/>
          <p:cNvSpPr>
            <a:spLocks noGrp="1"/>
          </p:cNvSpPr>
          <p:nvPr>
            <p:ph type="sldNum" idx="77"/>
          </p:nvPr>
        </p:nvSpPr>
        <p:spPr>
          <a:xfrm>
            <a:off x="3884760" y="8685360"/>
            <a:ext cx="2970720" cy="45756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chemeClr val="dk1"/>
                </a:solidFill>
                <a:latin typeface="Tahoma"/>
                <a:ea typeface="Tahoma"/>
              </a:defRPr>
            </a:lvl1pPr>
          </a:lstStyle>
          <a:p>
            <a:pPr indent="0" algn="r">
              <a:lnSpc>
                <a:spcPct val="100000"/>
              </a:lnSpc>
              <a:buNone/>
              <a:tabLst>
                <a:tab algn="l" pos="0"/>
              </a:tabLst>
            </a:pPr>
            <a:fld id="{E0D969F4-9BCF-42BE-810E-8F0DBF88D3E5}" type="slidenum">
              <a:rPr b="0" lang="en-US" sz="1200" spc="-1" strike="noStrike">
                <a:solidFill>
                  <a:schemeClr val="dk1"/>
                </a:solidFill>
                <a:latin typeface="Tahoma"/>
                <a:ea typeface="Tahoma"/>
              </a:rPr>
              <a:t>&lt;number&gt;</a:t>
            </a:fld>
            <a:endParaRPr b="0" lang="en-US" sz="12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4" name="PlaceHolder 1"/>
          <p:cNvSpPr>
            <a:spLocks noGrp="1"/>
          </p:cNvSpPr>
          <p:nvPr>
            <p:ph type="sldImg"/>
          </p:nvPr>
        </p:nvSpPr>
        <p:spPr>
          <a:xfrm>
            <a:off x="1371600" y="1143000"/>
            <a:ext cx="4113720" cy="3085200"/>
          </a:xfrm>
          <a:prstGeom prst="rect">
            <a:avLst/>
          </a:prstGeom>
          <a:ln w="0">
            <a:noFill/>
          </a:ln>
        </p:spPr>
      </p:sp>
      <p:sp>
        <p:nvSpPr>
          <p:cNvPr id="225"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26" name="PlaceHolder 3"/>
          <p:cNvSpPr>
            <a:spLocks noGrp="1"/>
          </p:cNvSpPr>
          <p:nvPr>
            <p:ph type="sldNum" idx="78"/>
          </p:nvPr>
        </p:nvSpPr>
        <p:spPr>
          <a:xfrm>
            <a:off x="3884760" y="8685360"/>
            <a:ext cx="2970720" cy="45756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chemeClr val="dk1"/>
                </a:solidFill>
                <a:latin typeface="Tahoma"/>
                <a:ea typeface="Tahoma"/>
              </a:defRPr>
            </a:lvl1pPr>
          </a:lstStyle>
          <a:p>
            <a:pPr indent="0" algn="r">
              <a:lnSpc>
                <a:spcPct val="100000"/>
              </a:lnSpc>
              <a:buNone/>
              <a:tabLst>
                <a:tab algn="l" pos="0"/>
              </a:tabLst>
            </a:pPr>
            <a:fld id="{F2352A71-2568-46A4-AB7E-93950C05A436}" type="slidenum">
              <a:rPr b="0" lang="en-US" sz="1200" spc="-1" strike="noStrike">
                <a:solidFill>
                  <a:schemeClr val="dk1"/>
                </a:solidFill>
                <a:latin typeface="Tahoma"/>
                <a:ea typeface="Tahoma"/>
              </a:rPr>
              <a:t>&lt;number&gt;</a:t>
            </a:fld>
            <a:endParaRPr b="0" lang="en-US" sz="12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7" name="PlaceHolder 1"/>
          <p:cNvSpPr>
            <a:spLocks noGrp="1"/>
          </p:cNvSpPr>
          <p:nvPr>
            <p:ph type="sldImg"/>
          </p:nvPr>
        </p:nvSpPr>
        <p:spPr>
          <a:xfrm>
            <a:off x="1371600" y="1143000"/>
            <a:ext cx="4113720" cy="3085200"/>
          </a:xfrm>
          <a:prstGeom prst="rect">
            <a:avLst/>
          </a:prstGeom>
          <a:ln w="0">
            <a:noFill/>
          </a:ln>
        </p:spPr>
      </p:sp>
      <p:sp>
        <p:nvSpPr>
          <p:cNvPr id="228"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29" name="PlaceHolder 3"/>
          <p:cNvSpPr>
            <a:spLocks noGrp="1"/>
          </p:cNvSpPr>
          <p:nvPr>
            <p:ph type="sldNum" idx="79"/>
          </p:nvPr>
        </p:nvSpPr>
        <p:spPr>
          <a:xfrm>
            <a:off x="3884760" y="8685360"/>
            <a:ext cx="2970720" cy="45756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chemeClr val="dk1"/>
                </a:solidFill>
                <a:latin typeface="Tahoma"/>
                <a:ea typeface="Tahoma"/>
              </a:defRPr>
            </a:lvl1pPr>
          </a:lstStyle>
          <a:p>
            <a:pPr indent="0" algn="r">
              <a:lnSpc>
                <a:spcPct val="100000"/>
              </a:lnSpc>
              <a:buNone/>
              <a:tabLst>
                <a:tab algn="l" pos="0"/>
              </a:tabLst>
            </a:pPr>
            <a:fld id="{45E5F9E2-416A-4574-AB30-694F416E05E8}" type="slidenum">
              <a:rPr b="0" lang="en-US" sz="1200" spc="-1" strike="noStrike">
                <a:solidFill>
                  <a:schemeClr val="dk1"/>
                </a:solidFill>
                <a:latin typeface="Tahoma"/>
                <a:ea typeface="Tahoma"/>
              </a:rPr>
              <a:t>&lt;number&gt;</a:t>
            </a:fld>
            <a:endParaRPr b="0" lang="en-US" sz="1200" spc="-1" strike="noStrike">
              <a:solidFill>
                <a:srgbClr val="000000"/>
              </a:solidFill>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0" name="PlaceHolder 1"/>
          <p:cNvSpPr>
            <a:spLocks noGrp="1"/>
          </p:cNvSpPr>
          <p:nvPr>
            <p:ph type="sldImg"/>
          </p:nvPr>
        </p:nvSpPr>
        <p:spPr>
          <a:xfrm>
            <a:off x="1371600" y="1143000"/>
            <a:ext cx="4113720" cy="3085200"/>
          </a:xfrm>
          <a:prstGeom prst="rect">
            <a:avLst/>
          </a:prstGeom>
          <a:ln w="0">
            <a:noFill/>
          </a:ln>
        </p:spPr>
      </p:sp>
      <p:sp>
        <p:nvSpPr>
          <p:cNvPr id="231"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32" name="PlaceHolder 3"/>
          <p:cNvSpPr>
            <a:spLocks noGrp="1"/>
          </p:cNvSpPr>
          <p:nvPr>
            <p:ph type="sldNum" idx="80"/>
          </p:nvPr>
        </p:nvSpPr>
        <p:spPr>
          <a:xfrm>
            <a:off x="3884760" y="8685360"/>
            <a:ext cx="2970720" cy="45756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chemeClr val="dk1"/>
                </a:solidFill>
                <a:latin typeface="Tahoma"/>
                <a:ea typeface="Tahoma"/>
              </a:defRPr>
            </a:lvl1pPr>
          </a:lstStyle>
          <a:p>
            <a:pPr indent="0" algn="r">
              <a:lnSpc>
                <a:spcPct val="100000"/>
              </a:lnSpc>
              <a:buNone/>
              <a:tabLst>
                <a:tab algn="l" pos="0"/>
              </a:tabLst>
            </a:pPr>
            <a:fld id="{07F78486-2689-451A-9359-9D203F471266}" type="slidenum">
              <a:rPr b="0" lang="en-US" sz="1200" spc="-1" strike="noStrike">
                <a:solidFill>
                  <a:schemeClr val="dk1"/>
                </a:solidFill>
                <a:latin typeface="Tahoma"/>
                <a:ea typeface="Tahoma"/>
              </a:rPr>
              <a:t>&lt;number&gt;</a:t>
            </a:fld>
            <a:endParaRPr b="0" lang="en-US" sz="1200" spc="-1" strike="noStrike">
              <a:solidFill>
                <a:srgbClr val="000000"/>
              </a:solidFill>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3" name="PlaceHolder 1"/>
          <p:cNvSpPr>
            <a:spLocks noGrp="1"/>
          </p:cNvSpPr>
          <p:nvPr>
            <p:ph type="sldImg"/>
          </p:nvPr>
        </p:nvSpPr>
        <p:spPr>
          <a:xfrm>
            <a:off x="1371600" y="1143000"/>
            <a:ext cx="4113720" cy="3085200"/>
          </a:xfrm>
          <a:prstGeom prst="rect">
            <a:avLst/>
          </a:prstGeom>
          <a:ln w="0">
            <a:noFill/>
          </a:ln>
        </p:spPr>
      </p:sp>
      <p:sp>
        <p:nvSpPr>
          <p:cNvPr id="234"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35" name="PlaceHolder 3"/>
          <p:cNvSpPr>
            <a:spLocks noGrp="1"/>
          </p:cNvSpPr>
          <p:nvPr>
            <p:ph type="sldNum" idx="81"/>
          </p:nvPr>
        </p:nvSpPr>
        <p:spPr>
          <a:xfrm>
            <a:off x="3884760" y="8685360"/>
            <a:ext cx="2970720" cy="45756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chemeClr val="dk1"/>
                </a:solidFill>
                <a:latin typeface="Tahoma"/>
                <a:ea typeface="Tahoma"/>
              </a:defRPr>
            </a:lvl1pPr>
          </a:lstStyle>
          <a:p>
            <a:pPr indent="0" algn="r">
              <a:lnSpc>
                <a:spcPct val="100000"/>
              </a:lnSpc>
              <a:buNone/>
              <a:tabLst>
                <a:tab algn="l" pos="0"/>
              </a:tabLst>
            </a:pPr>
            <a:fld id="{CF23A601-26F8-4927-8214-1183232777B5}" type="slidenum">
              <a:rPr b="0" lang="en-US" sz="1200" spc="-1" strike="noStrike">
                <a:solidFill>
                  <a:schemeClr val="dk1"/>
                </a:solidFill>
                <a:latin typeface="Tahoma"/>
                <a:ea typeface="Tahoma"/>
              </a:rPr>
              <a:t>&lt;number&gt;</a:t>
            </a:fld>
            <a:endParaRPr b="0" lang="en-US" sz="1200" spc="-1" strike="noStrike">
              <a:solidFill>
                <a:srgbClr val="000000"/>
              </a:solidFill>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6" name="PlaceHolder 1"/>
          <p:cNvSpPr>
            <a:spLocks noGrp="1"/>
          </p:cNvSpPr>
          <p:nvPr>
            <p:ph type="sldImg"/>
          </p:nvPr>
        </p:nvSpPr>
        <p:spPr>
          <a:xfrm>
            <a:off x="1371600" y="1143000"/>
            <a:ext cx="4113720" cy="3085200"/>
          </a:xfrm>
          <a:prstGeom prst="rect">
            <a:avLst/>
          </a:prstGeom>
          <a:ln w="0">
            <a:noFill/>
          </a:ln>
        </p:spPr>
      </p:sp>
      <p:sp>
        <p:nvSpPr>
          <p:cNvPr id="237"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38" name="PlaceHolder 3"/>
          <p:cNvSpPr>
            <a:spLocks noGrp="1"/>
          </p:cNvSpPr>
          <p:nvPr>
            <p:ph type="sldNum" idx="82"/>
          </p:nvPr>
        </p:nvSpPr>
        <p:spPr>
          <a:xfrm>
            <a:off x="3884760" y="8685360"/>
            <a:ext cx="2970720" cy="45756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chemeClr val="dk1"/>
                </a:solidFill>
                <a:latin typeface="Tahoma"/>
                <a:ea typeface="Tahoma"/>
              </a:defRPr>
            </a:lvl1pPr>
          </a:lstStyle>
          <a:p>
            <a:pPr indent="0" algn="r">
              <a:lnSpc>
                <a:spcPct val="100000"/>
              </a:lnSpc>
              <a:buNone/>
              <a:tabLst>
                <a:tab algn="l" pos="0"/>
              </a:tabLst>
            </a:pPr>
            <a:fld id="{B9319A10-A7F0-41F0-BF96-C63872ACBE7F}" type="slidenum">
              <a:rPr b="0" lang="en-US" sz="1200" spc="-1" strike="noStrike">
                <a:solidFill>
                  <a:schemeClr val="dk1"/>
                </a:solidFill>
                <a:latin typeface="Tahoma"/>
                <a:ea typeface="Tahoma"/>
              </a:rPr>
              <a:t>&lt;number&gt;</a:t>
            </a:fld>
            <a:endParaRPr b="0" lang="en-US"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7.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8.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9.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0.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1.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3.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4.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25.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OBJECT">
    <p:spTree>
      <p:nvGrpSpPr>
        <p:cNvPr id="1" name=""/>
        <p:cNvGrpSpPr/>
        <p:nvPr/>
      </p:nvGrpSpPr>
      <p:grpSpPr>
        <a:xfrm>
          <a:off x="0" y="0"/>
          <a:ext cx="0" cy="0"/>
          <a:chOff x="0" y="0"/>
          <a:chExt cx="0" cy="0"/>
        </a:xfrm>
      </p:grpSpPr>
      <p:sp>
        <p:nvSpPr>
          <p:cNvPr id="5" name="PlaceHolder 1"/>
          <p:cNvSpPr>
            <a:spLocks noGrp="1"/>
          </p:cNvSpPr>
          <p:nvPr>
            <p:ph type="title"/>
          </p:nvPr>
        </p:nvSpPr>
        <p:spPr>
          <a:xfrm>
            <a:off x="628560" y="365040"/>
            <a:ext cx="7885800" cy="1324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6" name="PlaceHolder 2"/>
          <p:cNvSpPr>
            <a:spLocks noGrp="1"/>
          </p:cNvSpPr>
          <p:nvPr>
            <p:ph/>
          </p:nvPr>
        </p:nvSpPr>
        <p:spPr>
          <a:xfrm>
            <a:off x="457200" y="1219320"/>
            <a:ext cx="8228520" cy="49366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D09A0239-A213-4216-A1DF-F7B7310943CD}" type="slidenum">
              <a:t>&lt;#&gt;</a:t>
            </a:fld>
          </a:p>
        </p:txBody>
      </p:sp>
      <p:sp>
        <p:nvSpPr>
          <p:cNvPr id="6" name="PlaceHolder 5"/>
          <p:cNvSpPr>
            <a:spLocks noGrp="1"/>
          </p:cNvSpPr>
          <p:nvPr>
            <p:ph type="dt" idx="3"/>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_TITLE_AND_VERTICAL_TEXT">
    <p:spTree>
      <p:nvGrpSpPr>
        <p:cNvPr id="1" name=""/>
        <p:cNvGrpSpPr/>
        <p:nvPr/>
      </p:nvGrpSpPr>
      <p:grpSpPr>
        <a:xfrm>
          <a:off x="0" y="0"/>
          <a:ext cx="0" cy="0"/>
          <a:chOff x="0" y="0"/>
          <a:chExt cx="0" cy="0"/>
        </a:xfrm>
      </p:grpSpPr>
      <p:sp>
        <p:nvSpPr>
          <p:cNvPr id="2" name="PlaceHolder 1"/>
          <p:cNvSpPr>
            <a:spLocks noGrp="1"/>
          </p:cNvSpPr>
          <p:nvPr>
            <p:ph type="ftr" idx="4"/>
          </p:nvPr>
        </p:nvSpPr>
        <p:spPr/>
        <p:txBody>
          <a:bodyPr/>
          <a:p>
            <a:r>
              <a:t>Footer</a:t>
            </a:r>
          </a:p>
        </p:txBody>
      </p:sp>
      <p:sp>
        <p:nvSpPr>
          <p:cNvPr id="3" name="PlaceHolder 2"/>
          <p:cNvSpPr>
            <a:spLocks noGrp="1"/>
          </p:cNvSpPr>
          <p:nvPr>
            <p:ph type="sldNum" idx="5"/>
          </p:nvPr>
        </p:nvSpPr>
        <p:spPr/>
        <p:txBody>
          <a:bodyPr/>
          <a:p>
            <a:fld id="{C07B5B4B-C739-483D-A970-231A4840540D}" type="slidenum">
              <a:t>&lt;#&gt;</a:t>
            </a:fld>
          </a:p>
        </p:txBody>
      </p:sp>
      <p:sp>
        <p:nvSpPr>
          <p:cNvPr id="4" name="PlaceHolder 3"/>
          <p:cNvSpPr>
            <a:spLocks noGrp="1"/>
          </p:cNvSpPr>
          <p:nvPr>
            <p:ph type="dt" idx="6"/>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_Title and Content">
    <p:spTree>
      <p:nvGrpSpPr>
        <p:cNvPr id="1" name=""/>
        <p:cNvGrpSpPr/>
        <p:nvPr/>
      </p:nvGrpSpPr>
      <p:grpSpPr>
        <a:xfrm>
          <a:off x="0" y="0"/>
          <a:ext cx="0" cy="0"/>
          <a:chOff x="0" y="0"/>
          <a:chExt cx="0" cy="0"/>
        </a:xfrm>
      </p:grpSpPr>
      <p:sp>
        <p:nvSpPr>
          <p:cNvPr id="2" name="PlaceHolder 1"/>
          <p:cNvSpPr>
            <a:spLocks noGrp="1"/>
          </p:cNvSpPr>
          <p:nvPr>
            <p:ph type="ftr" idx="7"/>
          </p:nvPr>
        </p:nvSpPr>
        <p:spPr/>
        <p:txBody>
          <a:bodyPr/>
          <a:p>
            <a:r>
              <a:t>Footer</a:t>
            </a:r>
          </a:p>
        </p:txBody>
      </p:sp>
      <p:sp>
        <p:nvSpPr>
          <p:cNvPr id="3" name="PlaceHolder 2"/>
          <p:cNvSpPr>
            <a:spLocks noGrp="1"/>
          </p:cNvSpPr>
          <p:nvPr>
            <p:ph type="sldNum" idx="8"/>
          </p:nvPr>
        </p:nvSpPr>
        <p:spPr/>
        <p:txBody>
          <a:bodyPr/>
          <a:p>
            <a:fld id="{CBAB3391-51ED-4DE9-AC24-F49966D738FD}" type="slidenum">
              <a:t>&lt;#&gt;</a:t>
            </a:fld>
          </a:p>
        </p:txBody>
      </p:sp>
      <p:sp>
        <p:nvSpPr>
          <p:cNvPr id="4" name="PlaceHolder 3"/>
          <p:cNvSpPr>
            <a:spLocks noGrp="1"/>
          </p:cNvSpPr>
          <p:nvPr>
            <p:ph type="dt" idx="9"/>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2_Title and Content">
    <p:spTree>
      <p:nvGrpSpPr>
        <p:cNvPr id="1" name=""/>
        <p:cNvGrpSpPr/>
        <p:nvPr/>
      </p:nvGrpSpPr>
      <p:grpSpPr>
        <a:xfrm>
          <a:off x="0" y="0"/>
          <a:ext cx="0" cy="0"/>
          <a:chOff x="0" y="0"/>
          <a:chExt cx="0" cy="0"/>
        </a:xfrm>
      </p:grpSpPr>
      <p:sp>
        <p:nvSpPr>
          <p:cNvPr id="2" name="PlaceHolder 1"/>
          <p:cNvSpPr>
            <a:spLocks noGrp="1"/>
          </p:cNvSpPr>
          <p:nvPr>
            <p:ph type="ftr" idx="10"/>
          </p:nvPr>
        </p:nvSpPr>
        <p:spPr/>
        <p:txBody>
          <a:bodyPr/>
          <a:p>
            <a:r>
              <a:t>Footer</a:t>
            </a:r>
          </a:p>
        </p:txBody>
      </p:sp>
      <p:sp>
        <p:nvSpPr>
          <p:cNvPr id="3" name="PlaceHolder 2"/>
          <p:cNvSpPr>
            <a:spLocks noGrp="1"/>
          </p:cNvSpPr>
          <p:nvPr>
            <p:ph type="sldNum" idx="11"/>
          </p:nvPr>
        </p:nvSpPr>
        <p:spPr/>
        <p:txBody>
          <a:bodyPr/>
          <a:p>
            <a:fld id="{CC88D751-4939-4104-9149-5955AACE80A6}" type="slidenum">
              <a:t>&lt;#&gt;</a:t>
            </a:fld>
          </a:p>
        </p:txBody>
      </p:sp>
      <p:sp>
        <p:nvSpPr>
          <p:cNvPr id="4" name="PlaceHolder 3"/>
          <p:cNvSpPr>
            <a:spLocks noGrp="1"/>
          </p:cNvSpPr>
          <p:nvPr>
            <p:ph type="dt" idx="12"/>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3_Title and Content">
    <p:spTree>
      <p:nvGrpSpPr>
        <p:cNvPr id="1" name=""/>
        <p:cNvGrpSpPr/>
        <p:nvPr/>
      </p:nvGrpSpPr>
      <p:grpSpPr>
        <a:xfrm>
          <a:off x="0" y="0"/>
          <a:ext cx="0" cy="0"/>
          <a:chOff x="0" y="0"/>
          <a:chExt cx="0" cy="0"/>
        </a:xfrm>
      </p:grpSpPr>
      <p:sp>
        <p:nvSpPr>
          <p:cNvPr id="2" name="PlaceHolder 1"/>
          <p:cNvSpPr>
            <a:spLocks noGrp="1"/>
          </p:cNvSpPr>
          <p:nvPr>
            <p:ph type="ftr" idx="13"/>
          </p:nvPr>
        </p:nvSpPr>
        <p:spPr/>
        <p:txBody>
          <a:bodyPr/>
          <a:p>
            <a:r>
              <a:t>Footer</a:t>
            </a:r>
          </a:p>
        </p:txBody>
      </p:sp>
      <p:sp>
        <p:nvSpPr>
          <p:cNvPr id="3" name="PlaceHolder 2"/>
          <p:cNvSpPr>
            <a:spLocks noGrp="1"/>
          </p:cNvSpPr>
          <p:nvPr>
            <p:ph type="sldNum" idx="14"/>
          </p:nvPr>
        </p:nvSpPr>
        <p:spPr/>
        <p:txBody>
          <a:bodyPr/>
          <a:p>
            <a:fld id="{3AA1F49C-665E-4DDE-932F-F32B87C26CA0}" type="slidenum">
              <a:t>&lt;#&gt;</a:t>
            </a:fld>
          </a:p>
        </p:txBody>
      </p:sp>
      <p:sp>
        <p:nvSpPr>
          <p:cNvPr id="4" name="PlaceHolder 3"/>
          <p:cNvSpPr>
            <a:spLocks noGrp="1"/>
          </p:cNvSpPr>
          <p:nvPr>
            <p:ph type="dt" idx="15"/>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_Title Only">
    <p:spTree>
      <p:nvGrpSpPr>
        <p:cNvPr id="1" name=""/>
        <p:cNvGrpSpPr/>
        <p:nvPr/>
      </p:nvGrpSpPr>
      <p:grpSpPr>
        <a:xfrm>
          <a:off x="0" y="0"/>
          <a:ext cx="0" cy="0"/>
          <a:chOff x="0" y="0"/>
          <a:chExt cx="0" cy="0"/>
        </a:xfrm>
      </p:grpSpPr>
      <p:sp>
        <p:nvSpPr>
          <p:cNvPr id="2" name="PlaceHolder 1"/>
          <p:cNvSpPr>
            <a:spLocks noGrp="1"/>
          </p:cNvSpPr>
          <p:nvPr>
            <p:ph type="ftr" idx="16"/>
          </p:nvPr>
        </p:nvSpPr>
        <p:spPr/>
        <p:txBody>
          <a:bodyPr/>
          <a:p>
            <a:r>
              <a:t>Footer</a:t>
            </a:r>
          </a:p>
        </p:txBody>
      </p:sp>
      <p:sp>
        <p:nvSpPr>
          <p:cNvPr id="3" name="PlaceHolder 2"/>
          <p:cNvSpPr>
            <a:spLocks noGrp="1"/>
          </p:cNvSpPr>
          <p:nvPr>
            <p:ph type="sldNum" idx="17"/>
          </p:nvPr>
        </p:nvSpPr>
        <p:spPr/>
        <p:txBody>
          <a:bodyPr/>
          <a:p>
            <a:fld id="{663ACBC9-CF2F-4E38-9742-0767B6F79C49}" type="slidenum">
              <a:t>&lt;#&gt;</a:t>
            </a:fld>
          </a:p>
        </p:txBody>
      </p:sp>
      <p:sp>
        <p:nvSpPr>
          <p:cNvPr id="4" name="PlaceHolder 3"/>
          <p:cNvSpPr>
            <a:spLocks noGrp="1"/>
          </p:cNvSpPr>
          <p:nvPr>
            <p:ph type="dt" idx="18"/>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4_Title and Content">
    <p:spTree>
      <p:nvGrpSpPr>
        <p:cNvPr id="1" name=""/>
        <p:cNvGrpSpPr/>
        <p:nvPr/>
      </p:nvGrpSpPr>
      <p:grpSpPr>
        <a:xfrm>
          <a:off x="0" y="0"/>
          <a:ext cx="0" cy="0"/>
          <a:chOff x="0" y="0"/>
          <a:chExt cx="0" cy="0"/>
        </a:xfrm>
      </p:grpSpPr>
      <p:sp>
        <p:nvSpPr>
          <p:cNvPr id="2" name="PlaceHolder 1"/>
          <p:cNvSpPr>
            <a:spLocks noGrp="1"/>
          </p:cNvSpPr>
          <p:nvPr>
            <p:ph type="ftr" idx="19"/>
          </p:nvPr>
        </p:nvSpPr>
        <p:spPr/>
        <p:txBody>
          <a:bodyPr/>
          <a:p>
            <a:r>
              <a:t>Footer</a:t>
            </a:r>
          </a:p>
        </p:txBody>
      </p:sp>
      <p:sp>
        <p:nvSpPr>
          <p:cNvPr id="3" name="PlaceHolder 2"/>
          <p:cNvSpPr>
            <a:spLocks noGrp="1"/>
          </p:cNvSpPr>
          <p:nvPr>
            <p:ph type="sldNum" idx="20"/>
          </p:nvPr>
        </p:nvSpPr>
        <p:spPr/>
        <p:txBody>
          <a:bodyPr/>
          <a:p>
            <a:fld id="{180F561F-FE14-4AB3-B50A-2C96DA49030E}" type="slidenum">
              <a:t>&lt;#&gt;</a:t>
            </a:fld>
          </a:p>
        </p:txBody>
      </p:sp>
      <p:sp>
        <p:nvSpPr>
          <p:cNvPr id="4" name="PlaceHolder 3"/>
          <p:cNvSpPr>
            <a:spLocks noGrp="1"/>
          </p:cNvSpPr>
          <p:nvPr>
            <p:ph type="dt" idx="21"/>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5_Title and Content">
    <p:spTree>
      <p:nvGrpSpPr>
        <p:cNvPr id="1" name=""/>
        <p:cNvGrpSpPr/>
        <p:nvPr/>
      </p:nvGrpSpPr>
      <p:grpSpPr>
        <a:xfrm>
          <a:off x="0" y="0"/>
          <a:ext cx="0" cy="0"/>
          <a:chOff x="0" y="0"/>
          <a:chExt cx="0" cy="0"/>
        </a:xfrm>
      </p:grpSpPr>
      <p:sp>
        <p:nvSpPr>
          <p:cNvPr id="2" name="PlaceHolder 1"/>
          <p:cNvSpPr>
            <a:spLocks noGrp="1"/>
          </p:cNvSpPr>
          <p:nvPr>
            <p:ph type="ftr" idx="22"/>
          </p:nvPr>
        </p:nvSpPr>
        <p:spPr/>
        <p:txBody>
          <a:bodyPr/>
          <a:p>
            <a:r>
              <a:t>Footer</a:t>
            </a:r>
          </a:p>
        </p:txBody>
      </p:sp>
      <p:sp>
        <p:nvSpPr>
          <p:cNvPr id="3" name="PlaceHolder 2"/>
          <p:cNvSpPr>
            <a:spLocks noGrp="1"/>
          </p:cNvSpPr>
          <p:nvPr>
            <p:ph type="sldNum" idx="23"/>
          </p:nvPr>
        </p:nvSpPr>
        <p:spPr/>
        <p:txBody>
          <a:bodyPr/>
          <a:p>
            <a:fld id="{636ABFC4-6E10-4DB6-B418-3925CAEC387C}" type="slidenum">
              <a:t>&lt;#&gt;</a:t>
            </a:fld>
          </a:p>
        </p:txBody>
      </p:sp>
      <p:sp>
        <p:nvSpPr>
          <p:cNvPr id="4" name="PlaceHolder 3"/>
          <p:cNvSpPr>
            <a:spLocks noGrp="1"/>
          </p:cNvSpPr>
          <p:nvPr>
            <p:ph type="dt" idx="24"/>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6_Title and Content">
    <p:spTree>
      <p:nvGrpSpPr>
        <p:cNvPr id="1" name=""/>
        <p:cNvGrpSpPr/>
        <p:nvPr/>
      </p:nvGrpSpPr>
      <p:grpSpPr>
        <a:xfrm>
          <a:off x="0" y="0"/>
          <a:ext cx="0" cy="0"/>
          <a:chOff x="0" y="0"/>
          <a:chExt cx="0" cy="0"/>
        </a:xfrm>
      </p:grpSpPr>
      <p:sp>
        <p:nvSpPr>
          <p:cNvPr id="2" name="PlaceHolder 1"/>
          <p:cNvSpPr>
            <a:spLocks noGrp="1"/>
          </p:cNvSpPr>
          <p:nvPr>
            <p:ph type="ftr" idx="25"/>
          </p:nvPr>
        </p:nvSpPr>
        <p:spPr/>
        <p:txBody>
          <a:bodyPr/>
          <a:p>
            <a:r>
              <a:t>Footer</a:t>
            </a:r>
          </a:p>
        </p:txBody>
      </p:sp>
      <p:sp>
        <p:nvSpPr>
          <p:cNvPr id="3" name="PlaceHolder 2"/>
          <p:cNvSpPr>
            <a:spLocks noGrp="1"/>
          </p:cNvSpPr>
          <p:nvPr>
            <p:ph type="sldNum" idx="26"/>
          </p:nvPr>
        </p:nvSpPr>
        <p:spPr/>
        <p:txBody>
          <a:bodyPr/>
          <a:p>
            <a:fld id="{E02010C8-C2F6-48F4-90C9-CFE62B19C72C}" type="slidenum">
              <a:t>&lt;#&gt;</a:t>
            </a:fld>
          </a:p>
        </p:txBody>
      </p:sp>
      <p:sp>
        <p:nvSpPr>
          <p:cNvPr id="4" name="PlaceHolder 3"/>
          <p:cNvSpPr>
            <a:spLocks noGrp="1"/>
          </p:cNvSpPr>
          <p:nvPr>
            <p:ph type="dt" idx="27"/>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7_Title and Content">
    <p:spTree>
      <p:nvGrpSpPr>
        <p:cNvPr id="1" name=""/>
        <p:cNvGrpSpPr/>
        <p:nvPr/>
      </p:nvGrpSpPr>
      <p:grpSpPr>
        <a:xfrm>
          <a:off x="0" y="0"/>
          <a:ext cx="0" cy="0"/>
          <a:chOff x="0" y="0"/>
          <a:chExt cx="0" cy="0"/>
        </a:xfrm>
      </p:grpSpPr>
      <p:sp>
        <p:nvSpPr>
          <p:cNvPr id="2" name="PlaceHolder 1"/>
          <p:cNvSpPr>
            <a:spLocks noGrp="1"/>
          </p:cNvSpPr>
          <p:nvPr>
            <p:ph type="ftr" idx="28"/>
          </p:nvPr>
        </p:nvSpPr>
        <p:spPr/>
        <p:txBody>
          <a:bodyPr/>
          <a:p>
            <a:r>
              <a:t>Footer</a:t>
            </a:r>
          </a:p>
        </p:txBody>
      </p:sp>
      <p:sp>
        <p:nvSpPr>
          <p:cNvPr id="3" name="PlaceHolder 2"/>
          <p:cNvSpPr>
            <a:spLocks noGrp="1"/>
          </p:cNvSpPr>
          <p:nvPr>
            <p:ph type="sldNum" idx="29"/>
          </p:nvPr>
        </p:nvSpPr>
        <p:spPr/>
        <p:txBody>
          <a:bodyPr/>
          <a:p>
            <a:fld id="{CF8D5263-F235-453C-9788-6C13E2704B97}" type="slidenum">
              <a:t>&lt;#&gt;</a:t>
            </a:fld>
          </a:p>
        </p:txBody>
      </p:sp>
      <p:sp>
        <p:nvSpPr>
          <p:cNvPr id="4" name="PlaceHolder 3"/>
          <p:cNvSpPr>
            <a:spLocks noGrp="1"/>
          </p:cNvSpPr>
          <p:nvPr>
            <p:ph type="dt" idx="30"/>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2_Title Only">
    <p:spTree>
      <p:nvGrpSpPr>
        <p:cNvPr id="1" name=""/>
        <p:cNvGrpSpPr/>
        <p:nvPr/>
      </p:nvGrpSpPr>
      <p:grpSpPr>
        <a:xfrm>
          <a:off x="0" y="0"/>
          <a:ext cx="0" cy="0"/>
          <a:chOff x="0" y="0"/>
          <a:chExt cx="0" cy="0"/>
        </a:xfrm>
      </p:grpSpPr>
      <p:sp>
        <p:nvSpPr>
          <p:cNvPr id="2" name="PlaceHolder 1"/>
          <p:cNvSpPr>
            <a:spLocks noGrp="1"/>
          </p:cNvSpPr>
          <p:nvPr>
            <p:ph type="ftr" idx="31"/>
          </p:nvPr>
        </p:nvSpPr>
        <p:spPr/>
        <p:txBody>
          <a:bodyPr/>
          <a:p>
            <a:r>
              <a:t>Footer</a:t>
            </a:r>
          </a:p>
        </p:txBody>
      </p:sp>
      <p:sp>
        <p:nvSpPr>
          <p:cNvPr id="3" name="PlaceHolder 2"/>
          <p:cNvSpPr>
            <a:spLocks noGrp="1"/>
          </p:cNvSpPr>
          <p:nvPr>
            <p:ph type="sldNum" idx="32"/>
          </p:nvPr>
        </p:nvSpPr>
        <p:spPr/>
        <p:txBody>
          <a:bodyPr/>
          <a:p>
            <a:fld id="{E632864F-BB8C-4C99-9E34-713963C3BD26}" type="slidenum">
              <a:t>&lt;#&gt;</a:t>
            </a:fld>
          </a:p>
        </p:txBody>
      </p:sp>
      <p:sp>
        <p:nvSpPr>
          <p:cNvPr id="4" name="PlaceHolder 3"/>
          <p:cNvSpPr>
            <a:spLocks noGrp="1"/>
          </p:cNvSpPr>
          <p:nvPr>
            <p:ph type="dt" idx="33"/>
          </p:nvPr>
        </p:nvSpPr>
        <p:spPr/>
        <p:txBody>
          <a:bodyPr/>
          <a:p>
            <a:r>
              <a:rPr lang="en-US"/>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Slide">
    <p:spTree>
      <p:nvGrpSpPr>
        <p:cNvPr id="1" name=""/>
        <p:cNvGrpSpPr/>
        <p:nvPr/>
      </p:nvGrpSpPr>
      <p:grpSpPr>
        <a:xfrm>
          <a:off x="0" y="0"/>
          <a:ext cx="0" cy="0"/>
          <a:chOff x="0" y="0"/>
          <a:chExt cx="0" cy="0"/>
        </a:xfrm>
      </p:grpSpPr>
      <p:sp>
        <p:nvSpPr>
          <p:cNvPr id="2" name="PlaceHolder 1"/>
          <p:cNvSpPr>
            <a:spLocks noGrp="1"/>
          </p:cNvSpPr>
          <p:nvPr>
            <p:ph type="ftr" idx="34"/>
          </p:nvPr>
        </p:nvSpPr>
        <p:spPr/>
        <p:txBody>
          <a:bodyPr/>
          <a:p>
            <a:r>
              <a:t>Footer</a:t>
            </a:r>
          </a:p>
        </p:txBody>
      </p:sp>
      <p:sp>
        <p:nvSpPr>
          <p:cNvPr id="3" name="PlaceHolder 2"/>
          <p:cNvSpPr>
            <a:spLocks noGrp="1"/>
          </p:cNvSpPr>
          <p:nvPr>
            <p:ph type="sldNum" idx="35"/>
          </p:nvPr>
        </p:nvSpPr>
        <p:spPr/>
        <p:txBody>
          <a:bodyPr/>
          <a:p>
            <a:fld id="{F9946C46-EA20-40D8-B3B5-DA29D0BADB97}" type="slidenum">
              <a:t>&lt;#&gt;</a:t>
            </a:fld>
          </a:p>
        </p:txBody>
      </p:sp>
      <p:sp>
        <p:nvSpPr>
          <p:cNvPr id="4" name="PlaceHolder 3"/>
          <p:cNvSpPr>
            <a:spLocks noGrp="1"/>
          </p:cNvSpPr>
          <p:nvPr>
            <p:ph type="dt" idx="36"/>
          </p:nvPr>
        </p:nvSpPr>
        <p:spPr/>
        <p:txBody>
          <a:bodyPr/>
          <a:p>
            <a:r>
              <a:rPr lang="en-US"/>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3_Title Only">
    <p:spTree>
      <p:nvGrpSpPr>
        <p:cNvPr id="1" name=""/>
        <p:cNvGrpSpPr/>
        <p:nvPr/>
      </p:nvGrpSpPr>
      <p:grpSpPr>
        <a:xfrm>
          <a:off x="0" y="0"/>
          <a:ext cx="0" cy="0"/>
          <a:chOff x="0" y="0"/>
          <a:chExt cx="0" cy="0"/>
        </a:xfrm>
      </p:grpSpPr>
      <p:sp>
        <p:nvSpPr>
          <p:cNvPr id="2" name="PlaceHolder 1"/>
          <p:cNvSpPr>
            <a:spLocks noGrp="1"/>
          </p:cNvSpPr>
          <p:nvPr>
            <p:ph type="ftr" idx="37"/>
          </p:nvPr>
        </p:nvSpPr>
        <p:spPr/>
        <p:txBody>
          <a:bodyPr/>
          <a:p>
            <a:r>
              <a:t>Footer</a:t>
            </a:r>
          </a:p>
        </p:txBody>
      </p:sp>
      <p:sp>
        <p:nvSpPr>
          <p:cNvPr id="3" name="PlaceHolder 2"/>
          <p:cNvSpPr>
            <a:spLocks noGrp="1"/>
          </p:cNvSpPr>
          <p:nvPr>
            <p:ph type="sldNum" idx="38"/>
          </p:nvPr>
        </p:nvSpPr>
        <p:spPr/>
        <p:txBody>
          <a:bodyPr/>
          <a:p>
            <a:fld id="{9F7D37F9-C5D5-45A7-9B8D-4F7175148F83}" type="slidenum">
              <a:t>&lt;#&gt;</a:t>
            </a:fld>
          </a:p>
        </p:txBody>
      </p:sp>
      <p:sp>
        <p:nvSpPr>
          <p:cNvPr id="4" name="PlaceHolder 3"/>
          <p:cNvSpPr>
            <a:spLocks noGrp="1"/>
          </p:cNvSpPr>
          <p:nvPr>
            <p:ph type="dt" idx="39"/>
          </p:nvPr>
        </p:nvSpPr>
        <p:spPr/>
        <p:txBody>
          <a:bodyPr/>
          <a:p>
            <a:r>
              <a:rPr lang="en-US"/>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4_Title Only">
    <p:spTree>
      <p:nvGrpSpPr>
        <p:cNvPr id="1" name=""/>
        <p:cNvGrpSpPr/>
        <p:nvPr/>
      </p:nvGrpSpPr>
      <p:grpSpPr>
        <a:xfrm>
          <a:off x="0" y="0"/>
          <a:ext cx="0" cy="0"/>
          <a:chOff x="0" y="0"/>
          <a:chExt cx="0" cy="0"/>
        </a:xfrm>
      </p:grpSpPr>
      <p:sp>
        <p:nvSpPr>
          <p:cNvPr id="2" name="PlaceHolder 1"/>
          <p:cNvSpPr>
            <a:spLocks noGrp="1"/>
          </p:cNvSpPr>
          <p:nvPr>
            <p:ph type="ftr" idx="40"/>
          </p:nvPr>
        </p:nvSpPr>
        <p:spPr/>
        <p:txBody>
          <a:bodyPr/>
          <a:p>
            <a:r>
              <a:t>Footer</a:t>
            </a:r>
          </a:p>
        </p:txBody>
      </p:sp>
      <p:sp>
        <p:nvSpPr>
          <p:cNvPr id="3" name="PlaceHolder 2"/>
          <p:cNvSpPr>
            <a:spLocks noGrp="1"/>
          </p:cNvSpPr>
          <p:nvPr>
            <p:ph type="sldNum" idx="41"/>
          </p:nvPr>
        </p:nvSpPr>
        <p:spPr/>
        <p:txBody>
          <a:bodyPr/>
          <a:p>
            <a:fld id="{87995FA8-F29A-4DDC-8A19-30D4D4054720}" type="slidenum">
              <a:t>&lt;#&gt;</a:t>
            </a:fld>
          </a:p>
        </p:txBody>
      </p:sp>
      <p:sp>
        <p:nvSpPr>
          <p:cNvPr id="4" name="PlaceHolder 3"/>
          <p:cNvSpPr>
            <a:spLocks noGrp="1"/>
          </p:cNvSpPr>
          <p:nvPr>
            <p:ph type="dt" idx="42"/>
          </p:nvPr>
        </p:nvSpPr>
        <p:spPr/>
        <p:txBody>
          <a:bodyPr/>
          <a:p>
            <a:r>
              <a:rPr lang="en-US"/>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x" preserve="1">
  <p:cSld name="OBJECT_AND_TEXT">
    <p:spTree>
      <p:nvGrpSpPr>
        <p:cNvPr id="1" name=""/>
        <p:cNvGrpSpPr/>
        <p:nvPr/>
      </p:nvGrpSpPr>
      <p:grpSpPr>
        <a:xfrm>
          <a:off x="0" y="0"/>
          <a:ext cx="0" cy="0"/>
          <a:chOff x="0" y="0"/>
          <a:chExt cx="0" cy="0"/>
        </a:xfrm>
      </p:grpSpPr>
      <p:sp>
        <p:nvSpPr>
          <p:cNvPr id="91" name="PlaceHolder 1"/>
          <p:cNvSpPr>
            <a:spLocks noGrp="1"/>
          </p:cNvSpPr>
          <p:nvPr>
            <p:ph type="title"/>
          </p:nvPr>
        </p:nvSpPr>
        <p:spPr>
          <a:xfrm>
            <a:off x="628560" y="365040"/>
            <a:ext cx="7885800" cy="1324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92" name="PlaceHolder 2"/>
          <p:cNvSpPr>
            <a:spLocks noGrp="1"/>
          </p:cNvSpPr>
          <p:nvPr>
            <p:ph/>
          </p:nvPr>
        </p:nvSpPr>
        <p:spPr>
          <a:xfrm>
            <a:off x="457200" y="1219320"/>
            <a:ext cx="8228520" cy="49366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93" name="PlaceHolder 3"/>
          <p:cNvSpPr>
            <a:spLocks noGrp="1"/>
          </p:cNvSpPr>
          <p:nvPr>
            <p:ph/>
          </p:nvPr>
        </p:nvSpPr>
        <p:spPr>
          <a:xfrm>
            <a:off x="457200" y="1219320"/>
            <a:ext cx="8228520" cy="49366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43"/>
          </p:nvPr>
        </p:nvSpPr>
        <p:spPr/>
        <p:txBody>
          <a:bodyPr/>
          <a:p>
            <a:r>
              <a:t>Footer</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BJECT_ONLY">
    <p:spTree>
      <p:nvGrpSpPr>
        <p:cNvPr id="1" name=""/>
        <p:cNvGrpSpPr/>
        <p:nvPr/>
      </p:nvGrpSpPr>
      <p:grpSpPr>
        <a:xfrm>
          <a:off x="0" y="0"/>
          <a:ext cx="0" cy="0"/>
          <a:chOff x="0" y="0"/>
          <a:chExt cx="0" cy="0"/>
        </a:xfrm>
      </p:grpSpPr>
      <p:sp>
        <p:nvSpPr>
          <p:cNvPr id="2" name="PlaceHolder 1"/>
          <p:cNvSpPr>
            <a:spLocks noGrp="1"/>
          </p:cNvSpPr>
          <p:nvPr>
            <p:ph type="ftr" idx="44"/>
          </p:nvPr>
        </p:nvSpPr>
        <p:spPr/>
        <p:txBody>
          <a:bodyPr/>
          <a:p>
            <a:r>
              <a:t>Footer</a:t>
            </a:r>
          </a:p>
        </p:txBody>
      </p:sp>
      <p:sp>
        <p:nvSpPr>
          <p:cNvPr id="3" name="PlaceHolder 2"/>
          <p:cNvSpPr>
            <a:spLocks noGrp="1"/>
          </p:cNvSpPr>
          <p:nvPr>
            <p:ph type="sldNum" idx="45"/>
          </p:nvPr>
        </p:nvSpPr>
        <p:spPr/>
        <p:txBody>
          <a:bodyPr/>
          <a:p>
            <a:fld id="{7236218C-B1F2-4BB7-A526-8FE88278712D}" type="slidenum">
              <a:t>&lt;#&gt;</a:t>
            </a:fld>
          </a:p>
        </p:txBody>
      </p:sp>
      <p:sp>
        <p:nvSpPr>
          <p:cNvPr id="4" name="PlaceHolder 3"/>
          <p:cNvSpPr>
            <a:spLocks noGrp="1"/>
          </p:cNvSpPr>
          <p:nvPr>
            <p:ph type="dt" idx="46"/>
          </p:nvPr>
        </p:nvSpPr>
        <p:spPr/>
        <p:txBody>
          <a:bodyPr/>
          <a:p>
            <a:r>
              <a:rPr lang="en-US"/>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chartAndTx" preserve="1">
  <p:cSld name="CHART_AND_TEXT">
    <p:spTree>
      <p:nvGrpSpPr>
        <p:cNvPr id="1" name=""/>
        <p:cNvGrpSpPr/>
        <p:nvPr/>
      </p:nvGrpSpPr>
      <p:grpSpPr>
        <a:xfrm>
          <a:off x="0" y="0"/>
          <a:ext cx="0" cy="0"/>
          <a:chOff x="0" y="0"/>
          <a:chExt cx="0" cy="0"/>
        </a:xfrm>
      </p:grpSpPr>
      <p:sp>
        <p:nvSpPr>
          <p:cNvPr id="101" name="PlaceHolder 1"/>
          <p:cNvSpPr>
            <a:spLocks noGrp="1"/>
          </p:cNvSpPr>
          <p:nvPr>
            <p:ph type="title"/>
          </p:nvPr>
        </p:nvSpPr>
        <p:spPr>
          <a:xfrm>
            <a:off x="628560" y="365040"/>
            <a:ext cx="7885800" cy="1324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02" name="PlaceHolder 2"/>
          <p:cNvSpPr>
            <a:spLocks noGrp="1"/>
          </p:cNvSpPr>
          <p:nvPr>
            <p:ph/>
          </p:nvPr>
        </p:nvSpPr>
        <p:spPr>
          <a:xfrm>
            <a:off x="457200" y="1219320"/>
            <a:ext cx="8228520" cy="49366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03" name="PlaceHolder 3"/>
          <p:cNvSpPr>
            <a:spLocks noGrp="1"/>
          </p:cNvSpPr>
          <p:nvPr>
            <p:ph/>
          </p:nvPr>
        </p:nvSpPr>
        <p:spPr>
          <a:xfrm>
            <a:off x="457200" y="1219320"/>
            <a:ext cx="8228520" cy="49366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47"/>
          </p:nvPr>
        </p:nvSpPr>
        <p:spPr/>
        <p:txBody>
          <a:bodyPr/>
          <a:p>
            <a:r>
              <a:t>Footer</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_ONLY">
    <p:spTree>
      <p:nvGrpSpPr>
        <p:cNvPr id="1" name=""/>
        <p:cNvGrpSpPr/>
        <p:nvPr/>
      </p:nvGrpSpPr>
      <p:grpSpPr>
        <a:xfrm>
          <a:off x="0" y="0"/>
          <a:ext cx="0" cy="0"/>
          <a:chOff x="0" y="0"/>
          <a:chExt cx="0" cy="0"/>
        </a:xfrm>
      </p:grpSpPr>
      <p:sp>
        <p:nvSpPr>
          <p:cNvPr id="108" name="PlaceHolder 1"/>
          <p:cNvSpPr>
            <a:spLocks noGrp="1"/>
          </p:cNvSpPr>
          <p:nvPr>
            <p:ph type="title"/>
          </p:nvPr>
        </p:nvSpPr>
        <p:spPr>
          <a:xfrm>
            <a:off x="628560" y="365040"/>
            <a:ext cx="7885800" cy="1324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 name="PlaceHolder 2"/>
          <p:cNvSpPr>
            <a:spLocks noGrp="1"/>
          </p:cNvSpPr>
          <p:nvPr>
            <p:ph type="ftr" idx="48"/>
          </p:nvPr>
        </p:nvSpPr>
        <p:spPr/>
        <p:txBody>
          <a:bodyPr/>
          <a:p>
            <a:r>
              <a:t>Footer</a:t>
            </a:r>
          </a:p>
        </p:txBody>
      </p:sp>
      <p:sp>
        <p:nvSpPr>
          <p:cNvPr id="4" name="PlaceHolder 3"/>
          <p:cNvSpPr>
            <a:spLocks noGrp="1"/>
          </p:cNvSpPr>
          <p:nvPr>
            <p:ph type="sldNum" idx="49"/>
          </p:nvPr>
        </p:nvSpPr>
        <p:spPr/>
        <p:txBody>
          <a:bodyPr/>
          <a:p>
            <a:fld id="{59C3E160-117F-4324-868B-D681DA21564A}" type="slidenum">
              <a:t>&lt;#&gt;</a:t>
            </a:fld>
          </a:p>
        </p:txBody>
      </p:sp>
      <p:sp>
        <p:nvSpPr>
          <p:cNvPr id="5" name="PlaceHolder 4"/>
          <p:cNvSpPr>
            <a:spLocks noGrp="1"/>
          </p:cNvSpPr>
          <p:nvPr>
            <p:ph type="dt" idx="50"/>
          </p:nvPr>
        </p:nvSpPr>
        <p:spPr/>
        <p:txBody>
          <a:bodyPr/>
          <a:p>
            <a:r>
              <a:rPr lang="en-US"/>
              <a:t/>
            </a: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Only">
    <p:spTree>
      <p:nvGrpSpPr>
        <p:cNvPr id="1" name=""/>
        <p:cNvGrpSpPr/>
        <p:nvPr/>
      </p:nvGrpSpPr>
      <p:grpSpPr>
        <a:xfrm>
          <a:off x="0" y="0"/>
          <a:ext cx="0" cy="0"/>
          <a:chOff x="0" y="0"/>
          <a:chExt cx="0" cy="0"/>
        </a:xfrm>
      </p:grpSpPr>
      <p:sp>
        <p:nvSpPr>
          <p:cNvPr id="2" name="PlaceHolder 1"/>
          <p:cNvSpPr>
            <a:spLocks noGrp="1"/>
          </p:cNvSpPr>
          <p:nvPr>
            <p:ph type="ftr" idx="51"/>
          </p:nvPr>
        </p:nvSpPr>
        <p:spPr/>
        <p:txBody>
          <a:bodyPr/>
          <a:p>
            <a:r>
              <a:t>Footer</a:t>
            </a:r>
          </a:p>
        </p:txBody>
      </p:sp>
      <p:sp>
        <p:nvSpPr>
          <p:cNvPr id="3" name="PlaceHolder 2"/>
          <p:cNvSpPr>
            <a:spLocks noGrp="1"/>
          </p:cNvSpPr>
          <p:nvPr>
            <p:ph type="sldNum" idx="52"/>
          </p:nvPr>
        </p:nvSpPr>
        <p:spPr/>
        <p:txBody>
          <a:bodyPr/>
          <a:p>
            <a:fld id="{A916928D-AD96-4208-BB43-26383A29B7ED}" type="slidenum">
              <a:t>&lt;#&gt;</a:t>
            </a:fld>
          </a:p>
        </p:txBody>
      </p:sp>
      <p:sp>
        <p:nvSpPr>
          <p:cNvPr id="4" name="PlaceHolder 3"/>
          <p:cNvSpPr>
            <a:spLocks noGrp="1"/>
          </p:cNvSpPr>
          <p:nvPr>
            <p:ph type="dt" idx="53"/>
          </p:nvPr>
        </p:nvSpPr>
        <p:spPr/>
        <p:txBody>
          <a:bodyPr/>
          <a:p>
            <a:r>
              <a:rPr lang="en-US"/>
              <a:t/>
            </a: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54"/>
          </p:nvPr>
        </p:nvSpPr>
        <p:spPr/>
        <p:txBody>
          <a:bodyPr/>
          <a:p>
            <a:r>
              <a:t>Footer</a:t>
            </a:r>
          </a:p>
        </p:txBody>
      </p:sp>
      <p:sp>
        <p:nvSpPr>
          <p:cNvPr id="3" name="PlaceHolder 2"/>
          <p:cNvSpPr>
            <a:spLocks noGrp="1"/>
          </p:cNvSpPr>
          <p:nvPr>
            <p:ph type="sldNum" idx="55"/>
          </p:nvPr>
        </p:nvSpPr>
        <p:spPr/>
        <p:txBody>
          <a:bodyPr/>
          <a:p>
            <a:fld id="{DE8350E5-7991-494B-844F-78C29E4B5658}" type="slidenum">
              <a:t>&lt;#&gt;</a:t>
            </a:fld>
          </a:p>
        </p:txBody>
      </p:sp>
      <p:sp>
        <p:nvSpPr>
          <p:cNvPr id="4" name="PlaceHolder 3"/>
          <p:cNvSpPr>
            <a:spLocks noGrp="1"/>
          </p:cNvSpPr>
          <p:nvPr>
            <p:ph type="dt" idx="56"/>
          </p:nvPr>
        </p:nvSpPr>
        <p:spPr/>
        <p:txBody>
          <a:bodyPr/>
          <a:p>
            <a:r>
              <a:rPr lang="en-US"/>
              <a:t/>
            </a: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WO_OBJECTS_WITH_TEXT">
    <p:spTree>
      <p:nvGrpSpPr>
        <p:cNvPr id="1" name=""/>
        <p:cNvGrpSpPr/>
        <p:nvPr/>
      </p:nvGrpSpPr>
      <p:grpSpPr>
        <a:xfrm>
          <a:off x="0" y="0"/>
          <a:ext cx="0" cy="0"/>
          <a:chOff x="0" y="0"/>
          <a:chExt cx="0" cy="0"/>
        </a:xfrm>
      </p:grpSpPr>
      <p:sp>
        <p:nvSpPr>
          <p:cNvPr id="2" name="PlaceHolder 1"/>
          <p:cNvSpPr>
            <a:spLocks noGrp="1"/>
          </p:cNvSpPr>
          <p:nvPr>
            <p:ph type="ftr" idx="57"/>
          </p:nvPr>
        </p:nvSpPr>
        <p:spPr/>
        <p:txBody>
          <a:bodyPr/>
          <a:p>
            <a:r>
              <a:t>Footer</a:t>
            </a:r>
          </a:p>
        </p:txBody>
      </p:sp>
      <p:sp>
        <p:nvSpPr>
          <p:cNvPr id="3" name="PlaceHolder 2"/>
          <p:cNvSpPr>
            <a:spLocks noGrp="1"/>
          </p:cNvSpPr>
          <p:nvPr>
            <p:ph type="sldNum" idx="58"/>
          </p:nvPr>
        </p:nvSpPr>
        <p:spPr/>
        <p:txBody>
          <a:bodyPr/>
          <a:p>
            <a:fld id="{BCFDAB3B-253C-47CF-A593-ACCFD8849114}" type="slidenum">
              <a:t>&lt;#&gt;</a:t>
            </a:fld>
          </a:p>
        </p:txBody>
      </p:sp>
      <p:sp>
        <p:nvSpPr>
          <p:cNvPr id="4" name="PlaceHolder 3"/>
          <p:cNvSpPr>
            <a:spLocks noGrp="1"/>
          </p:cNvSpPr>
          <p:nvPr>
            <p:ph type="dt" idx="59"/>
          </p:nvPr>
        </p:nvSpPr>
        <p:spPr/>
        <p:txBody>
          <a:bodyPr/>
          <a:p>
            <a:r>
              <a:rPr lang="en-US"/>
              <a:t/>
            </a: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_Blank">
    <p:spTree>
      <p:nvGrpSpPr>
        <p:cNvPr id="1" name=""/>
        <p:cNvGrpSpPr/>
        <p:nvPr/>
      </p:nvGrpSpPr>
      <p:grpSpPr>
        <a:xfrm>
          <a:off x="0" y="0"/>
          <a:ext cx="0" cy="0"/>
          <a:chOff x="0" y="0"/>
          <a:chExt cx="0" cy="0"/>
        </a:xfrm>
      </p:grpSpPr>
      <p:sp>
        <p:nvSpPr>
          <p:cNvPr id="2" name="PlaceHolder 1"/>
          <p:cNvSpPr>
            <a:spLocks noGrp="1"/>
          </p:cNvSpPr>
          <p:nvPr>
            <p:ph type="ftr" idx="60"/>
          </p:nvPr>
        </p:nvSpPr>
        <p:spPr/>
        <p:txBody>
          <a:bodyPr/>
          <a:p>
            <a:r>
              <a:t>Footer</a:t>
            </a:r>
          </a:p>
        </p:txBody>
      </p:sp>
      <p:sp>
        <p:nvSpPr>
          <p:cNvPr id="3" name="PlaceHolder 2"/>
          <p:cNvSpPr>
            <a:spLocks noGrp="1"/>
          </p:cNvSpPr>
          <p:nvPr>
            <p:ph type="sldNum" idx="61"/>
          </p:nvPr>
        </p:nvSpPr>
        <p:spPr/>
        <p:txBody>
          <a:bodyPr/>
          <a:p>
            <a:fld id="{BE3FDA50-B394-4B81-A471-3FBE405D33DF}" type="slidenum">
              <a:t>&lt;#&gt;</a:t>
            </a:fld>
          </a:p>
        </p:txBody>
      </p:sp>
      <p:sp>
        <p:nvSpPr>
          <p:cNvPr id="4" name="PlaceHolder 3"/>
          <p:cNvSpPr>
            <a:spLocks noGrp="1"/>
          </p:cNvSpPr>
          <p:nvPr>
            <p:ph type="dt" idx="62"/>
          </p:nvPr>
        </p:nvSpPr>
        <p:spPr/>
        <p:txBody>
          <a:bodyPr/>
          <a:p>
            <a:r>
              <a:rPr lang="en-US"/>
              <a:t/>
            </a: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BJECT_WITH_CAPTION_TEXT">
    <p:spTree>
      <p:nvGrpSpPr>
        <p:cNvPr id="1" name=""/>
        <p:cNvGrpSpPr/>
        <p:nvPr/>
      </p:nvGrpSpPr>
      <p:grpSpPr>
        <a:xfrm>
          <a:off x="0" y="0"/>
          <a:ext cx="0" cy="0"/>
          <a:chOff x="0" y="0"/>
          <a:chExt cx="0" cy="0"/>
        </a:xfrm>
      </p:grpSpPr>
      <p:sp>
        <p:nvSpPr>
          <p:cNvPr id="2" name="PlaceHolder 1"/>
          <p:cNvSpPr>
            <a:spLocks noGrp="1"/>
          </p:cNvSpPr>
          <p:nvPr>
            <p:ph type="ftr" idx="63"/>
          </p:nvPr>
        </p:nvSpPr>
        <p:spPr/>
        <p:txBody>
          <a:bodyPr/>
          <a:p>
            <a:r>
              <a:t>Footer</a:t>
            </a:r>
          </a:p>
        </p:txBody>
      </p:sp>
      <p:sp>
        <p:nvSpPr>
          <p:cNvPr id="3" name="PlaceHolder 2"/>
          <p:cNvSpPr>
            <a:spLocks noGrp="1"/>
          </p:cNvSpPr>
          <p:nvPr>
            <p:ph type="sldNum" idx="64"/>
          </p:nvPr>
        </p:nvSpPr>
        <p:spPr/>
        <p:txBody>
          <a:bodyPr/>
          <a:p>
            <a:fld id="{4DD6BA54-9375-4502-A003-58286F9E632A}" type="slidenum">
              <a:t>&lt;#&gt;</a:t>
            </a:fld>
          </a:p>
        </p:txBody>
      </p:sp>
      <p:sp>
        <p:nvSpPr>
          <p:cNvPr id="4" name="PlaceHolder 3"/>
          <p:cNvSpPr>
            <a:spLocks noGrp="1"/>
          </p:cNvSpPr>
          <p:nvPr>
            <p:ph type="dt" idx="65"/>
          </p:nvPr>
        </p:nvSpPr>
        <p:spPr/>
        <p:txBody>
          <a:bodyPr/>
          <a:p>
            <a:r>
              <a:rPr lang="en-US"/>
              <a:t/>
            </a: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_WITH_CAPTION_TEXT">
    <p:spTree>
      <p:nvGrpSpPr>
        <p:cNvPr id="1" name=""/>
        <p:cNvGrpSpPr/>
        <p:nvPr/>
      </p:nvGrpSpPr>
      <p:grpSpPr>
        <a:xfrm>
          <a:off x="0" y="0"/>
          <a:ext cx="0" cy="0"/>
          <a:chOff x="0" y="0"/>
          <a:chExt cx="0" cy="0"/>
        </a:xfrm>
      </p:grpSpPr>
      <p:sp>
        <p:nvSpPr>
          <p:cNvPr id="2" name="PlaceHolder 1"/>
          <p:cNvSpPr>
            <a:spLocks noGrp="1"/>
          </p:cNvSpPr>
          <p:nvPr>
            <p:ph type="ftr" idx="66"/>
          </p:nvPr>
        </p:nvSpPr>
        <p:spPr/>
        <p:txBody>
          <a:bodyPr/>
          <a:p>
            <a:r>
              <a:t>Footer</a:t>
            </a:r>
          </a:p>
        </p:txBody>
      </p:sp>
      <p:sp>
        <p:nvSpPr>
          <p:cNvPr id="3" name="PlaceHolder 2"/>
          <p:cNvSpPr>
            <a:spLocks noGrp="1"/>
          </p:cNvSpPr>
          <p:nvPr>
            <p:ph type="sldNum" idx="67"/>
          </p:nvPr>
        </p:nvSpPr>
        <p:spPr/>
        <p:txBody>
          <a:bodyPr/>
          <a:p>
            <a:fld id="{42C4D362-53CB-4968-8BAF-35646777F487}" type="slidenum">
              <a:t>&lt;#&gt;</a:t>
            </a:fld>
          </a:p>
        </p:txBody>
      </p:sp>
      <p:sp>
        <p:nvSpPr>
          <p:cNvPr id="4" name="PlaceHolder 3"/>
          <p:cNvSpPr>
            <a:spLocks noGrp="1"/>
          </p:cNvSpPr>
          <p:nvPr>
            <p:ph type="dt" idx="68"/>
          </p:nvPr>
        </p:nvSpPr>
        <p:spPr/>
        <p:txBody>
          <a:bodyPr/>
          <a:p>
            <a:r>
              <a:rPr lang="en-US"/>
              <a:t/>
            </a: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VERTICAL_TEXT">
    <p:spTree>
      <p:nvGrpSpPr>
        <p:cNvPr id="1" name=""/>
        <p:cNvGrpSpPr/>
        <p:nvPr/>
      </p:nvGrpSpPr>
      <p:grpSpPr>
        <a:xfrm>
          <a:off x="0" y="0"/>
          <a:ext cx="0" cy="0"/>
          <a:chOff x="0" y="0"/>
          <a:chExt cx="0" cy="0"/>
        </a:xfrm>
      </p:grpSpPr>
      <p:sp>
        <p:nvSpPr>
          <p:cNvPr id="2" name="PlaceHolder 1"/>
          <p:cNvSpPr>
            <a:spLocks noGrp="1"/>
          </p:cNvSpPr>
          <p:nvPr>
            <p:ph type="ftr" idx="69"/>
          </p:nvPr>
        </p:nvSpPr>
        <p:spPr/>
        <p:txBody>
          <a:bodyPr/>
          <a:p>
            <a:r>
              <a:t>Footer</a:t>
            </a:r>
          </a:p>
        </p:txBody>
      </p:sp>
      <p:sp>
        <p:nvSpPr>
          <p:cNvPr id="3" name="PlaceHolder 2"/>
          <p:cNvSpPr>
            <a:spLocks noGrp="1"/>
          </p:cNvSpPr>
          <p:nvPr>
            <p:ph type="sldNum" idx="70"/>
          </p:nvPr>
        </p:nvSpPr>
        <p:spPr/>
        <p:txBody>
          <a:bodyPr/>
          <a:p>
            <a:fld id="{8FE5C341-3E63-420D-AA35-2EBF2F64FF5D}" type="slidenum">
              <a:t>&lt;#&gt;</a:t>
            </a:fld>
          </a:p>
        </p:txBody>
      </p:sp>
      <p:sp>
        <p:nvSpPr>
          <p:cNvPr id="4" name="PlaceHolder 3"/>
          <p:cNvSpPr>
            <a:spLocks noGrp="1"/>
          </p:cNvSpPr>
          <p:nvPr>
            <p:ph type="dt" idx="71"/>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1.png"/><Relationship Id="rId3"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1.png"/><Relationship Id="rId3"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1.png"/><Relationship Id="rId3"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image" Target="../media/image1.png"/><Relationship Id="rId3"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image" Target="../media/image1.png"/><Relationship Id="rId3"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image" Target="../media/image1.png"/><Relationship Id="rId3"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image" Target="../media/image1.png"/><Relationship Id="rId3"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image" Target="../media/image1.png"/><Relationship Id="rId3"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image" Target="../media/image1.png"/><Relationship Id="rId3"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image" Target="../media/image1.png"/><Relationship Id="rId3" Type="http://schemas.openxmlformats.org/officeDocument/2006/relationships/slideLayout" Target="../slideLayouts/slideLayout12.xml"/>
</Relationships>
</file>

<file path=ppt/slideMasters/_rels/slideMaster13.xml.rels><?xml version="1.0" encoding="UTF-8"?>
<Relationships xmlns="http://schemas.openxmlformats.org/package/2006/relationships"><Relationship Id="rId1" Type="http://schemas.openxmlformats.org/officeDocument/2006/relationships/theme" Target="../theme/theme13.xml"/><Relationship Id="rId2" Type="http://schemas.openxmlformats.org/officeDocument/2006/relationships/image" Target="../media/image1.png"/><Relationship Id="rId3" Type="http://schemas.openxmlformats.org/officeDocument/2006/relationships/slideLayout" Target="../slideLayouts/slideLayout13.xml"/>
</Relationships>
</file>

<file path=ppt/slideMasters/_rels/slideMaster14.xml.rels><?xml version="1.0" encoding="UTF-8"?>
<Relationships xmlns="http://schemas.openxmlformats.org/package/2006/relationships"><Relationship Id="rId1" Type="http://schemas.openxmlformats.org/officeDocument/2006/relationships/theme" Target="../theme/theme14.xml"/><Relationship Id="rId2" Type="http://schemas.openxmlformats.org/officeDocument/2006/relationships/image" Target="../media/image1.png"/><Relationship Id="rId3" Type="http://schemas.openxmlformats.org/officeDocument/2006/relationships/slideLayout" Target="../slideLayouts/slideLayout14.xml"/>
</Relationships>
</file>

<file path=ppt/slideMasters/_rels/slideMaster15.xml.rels><?xml version="1.0" encoding="UTF-8"?>
<Relationships xmlns="http://schemas.openxmlformats.org/package/2006/relationships"><Relationship Id="rId1" Type="http://schemas.openxmlformats.org/officeDocument/2006/relationships/theme" Target="../theme/theme15.xml"/><Relationship Id="rId2" Type="http://schemas.openxmlformats.org/officeDocument/2006/relationships/slideLayout" Target="../slideLayouts/slideLayout15.xml"/>
</Relationships>
</file>

<file path=ppt/slideMasters/_rels/slideMaster16.xml.rels><?xml version="1.0" encoding="UTF-8"?>
<Relationships xmlns="http://schemas.openxmlformats.org/package/2006/relationships"><Relationship Id="rId1" Type="http://schemas.openxmlformats.org/officeDocument/2006/relationships/theme" Target="../theme/theme16.xml"/><Relationship Id="rId2" Type="http://schemas.openxmlformats.org/officeDocument/2006/relationships/slideLayout" Target="../slideLayouts/slideLayout16.xml"/>
</Relationships>
</file>

<file path=ppt/slideMasters/_rels/slideMaster17.xml.rels><?xml version="1.0" encoding="UTF-8"?>
<Relationships xmlns="http://schemas.openxmlformats.org/package/2006/relationships"><Relationship Id="rId1" Type="http://schemas.openxmlformats.org/officeDocument/2006/relationships/theme" Target="../theme/theme17.xml"/><Relationship Id="rId2" Type="http://schemas.openxmlformats.org/officeDocument/2006/relationships/slideLayout" Target="../slideLayouts/slideLayout17.xml"/>
</Relationships>
</file>

<file path=ppt/slideMasters/_rels/slideMaster18.xml.rels><?xml version="1.0" encoding="UTF-8"?>
<Relationships xmlns="http://schemas.openxmlformats.org/package/2006/relationships"><Relationship Id="rId1" Type="http://schemas.openxmlformats.org/officeDocument/2006/relationships/theme" Target="../theme/theme18.xml"/><Relationship Id="rId2" Type="http://schemas.openxmlformats.org/officeDocument/2006/relationships/slideLayout" Target="../slideLayouts/slideLayout18.xml"/>
</Relationships>
</file>

<file path=ppt/slideMasters/_rels/slideMaster19.xml.rels><?xml version="1.0" encoding="UTF-8"?>
<Relationships xmlns="http://schemas.openxmlformats.org/package/2006/relationships"><Relationship Id="rId1" Type="http://schemas.openxmlformats.org/officeDocument/2006/relationships/theme" Target="../theme/theme19.xml"/><Relationship Id="rId2" Type="http://schemas.openxmlformats.org/officeDocument/2006/relationships/image" Target="../media/image1.png"/><Relationship Id="rId3" Type="http://schemas.openxmlformats.org/officeDocument/2006/relationships/slideLayout" Target="../slideLayouts/slideLayout19.xml"/>
</Relationships>
</file>

<file path=ppt/slideMasters/_rels/slideMaster20.xml.rels><?xml version="1.0" encoding="UTF-8"?>
<Relationships xmlns="http://schemas.openxmlformats.org/package/2006/relationships"><Relationship Id="rId1" Type="http://schemas.openxmlformats.org/officeDocument/2006/relationships/theme" Target="../theme/theme20.xml"/><Relationship Id="rId2" Type="http://schemas.openxmlformats.org/officeDocument/2006/relationships/image" Target="../media/image2.png"/><Relationship Id="rId3" Type="http://schemas.openxmlformats.org/officeDocument/2006/relationships/hyperlink" Target="mailto:phalachandra@pes.edu" TargetMode="External"/><Relationship Id="rId4" Type="http://schemas.openxmlformats.org/officeDocument/2006/relationships/slideLayout" Target="../slideLayouts/slideLayout20.xml"/>
</Relationships>
</file>

<file path=ppt/slideMasters/_rels/slideMaster21.xml.rels><?xml version="1.0" encoding="UTF-8"?>
<Relationships xmlns="http://schemas.openxmlformats.org/package/2006/relationships"><Relationship Id="rId1" Type="http://schemas.openxmlformats.org/officeDocument/2006/relationships/theme" Target="../theme/theme21.xml"/><Relationship Id="rId2" Type="http://schemas.openxmlformats.org/officeDocument/2006/relationships/slideLayout" Target="../slideLayouts/slideLayout21.xml"/>
</Relationships>
</file>

<file path=ppt/slideMasters/_rels/slideMaster22.xml.rels><?xml version="1.0" encoding="UTF-8"?>
<Relationships xmlns="http://schemas.openxmlformats.org/package/2006/relationships"><Relationship Id="rId1" Type="http://schemas.openxmlformats.org/officeDocument/2006/relationships/theme" Target="../theme/theme22.xml"/><Relationship Id="rId2" Type="http://schemas.openxmlformats.org/officeDocument/2006/relationships/image" Target="../media/image1.png"/><Relationship Id="rId3" Type="http://schemas.openxmlformats.org/officeDocument/2006/relationships/slideLayout" Target="../slideLayouts/slideLayout22.xml"/>
</Relationships>
</file>

<file path=ppt/slideMasters/_rels/slideMaster23.xml.rels><?xml version="1.0" encoding="UTF-8"?>
<Relationships xmlns="http://schemas.openxmlformats.org/package/2006/relationships"><Relationship Id="rId1" Type="http://schemas.openxmlformats.org/officeDocument/2006/relationships/theme" Target="../theme/theme23.xml"/><Relationship Id="rId2" Type="http://schemas.openxmlformats.org/officeDocument/2006/relationships/slideLayout" Target="../slideLayouts/slideLayout23.xml"/>
</Relationships>
</file>

<file path=ppt/slideMasters/_rels/slideMaster24.xml.rels><?xml version="1.0" encoding="UTF-8"?>
<Relationships xmlns="http://schemas.openxmlformats.org/package/2006/relationships"><Relationship Id="rId1" Type="http://schemas.openxmlformats.org/officeDocument/2006/relationships/theme" Target="../theme/theme24.xml"/><Relationship Id="rId2" Type="http://schemas.openxmlformats.org/officeDocument/2006/relationships/slideLayout" Target="../slideLayouts/slideLayout24.xml"/>
</Relationships>
</file>

<file path=ppt/slideMasters/_rels/slideMaster25.xml.rels><?xml version="1.0" encoding="UTF-8"?>
<Relationships xmlns="http://schemas.openxmlformats.org/package/2006/relationships"><Relationship Id="rId1" Type="http://schemas.openxmlformats.org/officeDocument/2006/relationships/theme" Target="../theme/theme25.xml"/><Relationship Id="rId2" Type="http://schemas.openxmlformats.org/officeDocument/2006/relationships/slideLayout" Target="../slideLayouts/slideLayout25.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28560" y="365040"/>
            <a:ext cx="7885800" cy="132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 name="PlaceHolder 2"/>
          <p:cNvSpPr>
            <a:spLocks noGrp="1"/>
          </p:cNvSpPr>
          <p:nvPr>
            <p:ph type="body"/>
          </p:nvPr>
        </p:nvSpPr>
        <p:spPr>
          <a:xfrm>
            <a:off x="457200" y="1219320"/>
            <a:ext cx="8228520" cy="49366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 name="PlaceHolder 3"/>
          <p:cNvSpPr>
            <a:spLocks noGrp="1"/>
          </p:cNvSpPr>
          <p:nvPr>
            <p:ph type="ftr" idx="1"/>
          </p:nvPr>
        </p:nvSpPr>
        <p:spPr>
          <a:xfrm>
            <a:off x="3029040" y="6356520"/>
            <a:ext cx="30852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 name="PlaceHolder 4"/>
          <p:cNvSpPr>
            <a:spLocks noGrp="1"/>
          </p:cNvSpPr>
          <p:nvPr>
            <p:ph type="sldNum" idx="2"/>
          </p:nvPr>
        </p:nvSpPr>
        <p:spPr>
          <a:xfrm>
            <a:off x="6458040" y="6356520"/>
            <a:ext cx="2056320" cy="36396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08357C39-7171-44F7-9C4B-B1AB31547176}"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sp>
        <p:nvSpPr>
          <p:cNvPr id="4" name="PlaceHolder 5"/>
          <p:cNvSpPr>
            <a:spLocks noGrp="1"/>
          </p:cNvSpPr>
          <p:nvPr>
            <p:ph type="dt" idx="3"/>
          </p:nvPr>
        </p:nvSpPr>
        <p:spPr>
          <a:xfrm>
            <a:off x="628560" y="6356520"/>
            <a:ext cx="205632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7" name="PlaceHolder 1"/>
          <p:cNvSpPr>
            <a:spLocks noGrp="1"/>
          </p:cNvSpPr>
          <p:nvPr>
            <p:ph type="ftr" idx="4"/>
          </p:nvPr>
        </p:nvSpPr>
        <p:spPr>
          <a:xfrm>
            <a:off x="3029040" y="6356520"/>
            <a:ext cx="30852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8" name="PlaceHolder 2"/>
          <p:cNvSpPr>
            <a:spLocks noGrp="1"/>
          </p:cNvSpPr>
          <p:nvPr>
            <p:ph type="sldNum" idx="5"/>
          </p:nvPr>
        </p:nvSpPr>
        <p:spPr>
          <a:xfrm>
            <a:off x="6458040" y="6356520"/>
            <a:ext cx="2056320" cy="36396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CD3225EA-942D-420C-AECA-7BD1C981976A}"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sp>
        <p:nvSpPr>
          <p:cNvPr id="9" name="PlaceHolder 3"/>
          <p:cNvSpPr>
            <a:spLocks noGrp="1"/>
          </p:cNvSpPr>
          <p:nvPr>
            <p:ph type="dt" idx="6"/>
          </p:nvPr>
        </p:nvSpPr>
        <p:spPr>
          <a:xfrm>
            <a:off x="628560" y="6356520"/>
            <a:ext cx="205632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10" name="Google Shape;93;p50" descr=""/>
          <p:cNvPicPr/>
          <p:nvPr/>
        </p:nvPicPr>
        <p:blipFill>
          <a:blip r:embed="rId2"/>
          <a:stretch/>
        </p:blipFill>
        <p:spPr>
          <a:xfrm>
            <a:off x="8313480" y="136440"/>
            <a:ext cx="698400" cy="1401120"/>
          </a:xfrm>
          <a:prstGeom prst="rect">
            <a:avLst/>
          </a:prstGeom>
          <a:ln w="0">
            <a:noFill/>
          </a:ln>
        </p:spPr>
      </p:pic>
      <p:sp>
        <p:nvSpPr>
          <p:cNvPr id="11" name="Google Shape;94;p50"/>
          <p:cNvSpPr/>
          <p:nvPr/>
        </p:nvSpPr>
        <p:spPr>
          <a:xfrm>
            <a:off x="14040" y="0"/>
            <a:ext cx="8673840" cy="614880"/>
          </a:xfrm>
          <a:prstGeom prst="rect">
            <a:avLst/>
          </a:prstGeom>
          <a:noFill/>
          <a:ln w="0">
            <a:noFill/>
          </a:ln>
        </p:spPr>
        <p:style>
          <a:lnRef idx="0"/>
          <a:fillRef idx="0"/>
          <a:effectRef idx="0"/>
          <a:fontRef idx="minor"/>
        </p:style>
        <p:txBody>
          <a:bodyPr lIns="90000" rIns="90000" tIns="45000" bIns="45000" anchor="t">
            <a:spAutoFit/>
          </a:bodyPr>
          <a:p>
            <a:pPr>
              <a:lnSpc>
                <a:spcPct val="150000"/>
              </a:lnSpc>
              <a:tabLst>
                <a:tab algn="l" pos="0"/>
              </a:tabLst>
            </a:pPr>
            <a:r>
              <a:rPr b="1" lang="en-US" sz="2300" spc="-1" strike="noStrike">
                <a:solidFill>
                  <a:srgbClr val="0070c0"/>
                </a:solidFill>
                <a:latin typeface="Arial"/>
                <a:ea typeface="Arial"/>
              </a:rPr>
              <a:t>SOFTWARE ENGINEERING :  ARCHITECTURE  &amp; DESIGN</a:t>
            </a:r>
            <a:endParaRPr b="0" lang="en-US" sz="2300" spc="-1" strike="noStrike">
              <a:solidFill>
                <a:srgbClr val="000000"/>
              </a:solidFill>
              <a:latin typeface="Arial"/>
            </a:endParaRPr>
          </a:p>
        </p:txBody>
      </p:sp>
      <p:cxnSp>
        <p:nvCxnSpPr>
          <p:cNvPr id="12" name="Google Shape;95;p50"/>
          <p:cNvCxnSpPr/>
          <p:nvPr/>
        </p:nvCxnSpPr>
        <p:spPr>
          <a:xfrm>
            <a:off x="13680" y="1107360"/>
            <a:ext cx="4364280" cy="1080"/>
          </a:xfrm>
          <a:prstGeom prst="straightConnector1">
            <a:avLst/>
          </a:prstGeom>
          <a:ln w="38100">
            <a:solidFill>
              <a:srgbClr val="dfa267"/>
            </a:solidFill>
            <a:round/>
          </a:ln>
        </p:spPr>
      </p:cxnSp>
      <p:sp>
        <p:nvSpPr>
          <p:cNvPr id="13" name="PlaceHolder 1"/>
          <p:cNvSpPr>
            <a:spLocks noGrp="1"/>
          </p:cNvSpPr>
          <p:nvPr>
            <p:ph type="ftr" idx="7"/>
          </p:nvPr>
        </p:nvSpPr>
        <p:spPr>
          <a:xfrm>
            <a:off x="3029040" y="6356520"/>
            <a:ext cx="30852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4" name="PlaceHolder 2"/>
          <p:cNvSpPr>
            <a:spLocks noGrp="1"/>
          </p:cNvSpPr>
          <p:nvPr>
            <p:ph type="sldNum" idx="8"/>
          </p:nvPr>
        </p:nvSpPr>
        <p:spPr>
          <a:xfrm>
            <a:off x="6458040" y="6356520"/>
            <a:ext cx="2056320" cy="36396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A1F23FEB-30F6-487E-A715-AC99A553C3DD}"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sp>
        <p:nvSpPr>
          <p:cNvPr id="15" name="PlaceHolder 3"/>
          <p:cNvSpPr>
            <a:spLocks noGrp="1"/>
          </p:cNvSpPr>
          <p:nvPr>
            <p:ph type="dt" idx="9"/>
          </p:nvPr>
        </p:nvSpPr>
        <p:spPr>
          <a:xfrm>
            <a:off x="628560" y="6356520"/>
            <a:ext cx="205632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16" name="Google Shape;101;p51" descr=""/>
          <p:cNvPicPr/>
          <p:nvPr/>
        </p:nvPicPr>
        <p:blipFill>
          <a:blip r:embed="rId2"/>
          <a:stretch/>
        </p:blipFill>
        <p:spPr>
          <a:xfrm>
            <a:off x="8313480" y="136440"/>
            <a:ext cx="698400" cy="1401120"/>
          </a:xfrm>
          <a:prstGeom prst="rect">
            <a:avLst/>
          </a:prstGeom>
          <a:ln w="0">
            <a:noFill/>
          </a:ln>
        </p:spPr>
      </p:pic>
      <p:sp>
        <p:nvSpPr>
          <p:cNvPr id="17" name="Google Shape;102;p51"/>
          <p:cNvSpPr/>
          <p:nvPr/>
        </p:nvSpPr>
        <p:spPr>
          <a:xfrm>
            <a:off x="73440" y="0"/>
            <a:ext cx="6766200" cy="1186920"/>
          </a:xfrm>
          <a:prstGeom prst="rect">
            <a:avLst/>
          </a:prstGeom>
          <a:noFill/>
          <a:ln w="0">
            <a:noFill/>
          </a:ln>
        </p:spPr>
        <p:style>
          <a:lnRef idx="0"/>
          <a:fillRef idx="0"/>
          <a:effectRef idx="0"/>
          <a:fontRef idx="minor"/>
        </p:style>
        <p:txBody>
          <a:bodyPr lIns="90000" rIns="90000" tIns="45000" bIns="45000" anchor="t">
            <a:spAutoFit/>
          </a:bodyPr>
          <a:p>
            <a:pPr>
              <a:lnSpc>
                <a:spcPct val="150000"/>
              </a:lnSpc>
              <a:tabLst>
                <a:tab algn="l" pos="0"/>
              </a:tabLst>
            </a:pPr>
            <a:r>
              <a:rPr b="1" lang="en-US" sz="2400" spc="-1" strike="noStrike">
                <a:solidFill>
                  <a:srgbClr val="0070c0"/>
                </a:solidFill>
                <a:latin typeface="Arial"/>
                <a:ea typeface="Arial"/>
              </a:rPr>
              <a:t>INTRODUCTION TO SOFTWARE ENGINEERING</a:t>
            </a:r>
            <a:endParaRPr b="0" lang="en-US" sz="2400" spc="-1" strike="noStrike">
              <a:solidFill>
                <a:srgbClr val="000000"/>
              </a:solidFill>
              <a:latin typeface="Arial"/>
            </a:endParaRPr>
          </a:p>
        </p:txBody>
      </p:sp>
      <p:cxnSp>
        <p:nvCxnSpPr>
          <p:cNvPr id="18" name="Google Shape;103;p51"/>
          <p:cNvCxnSpPr/>
          <p:nvPr/>
        </p:nvCxnSpPr>
        <p:spPr>
          <a:xfrm>
            <a:off x="13680" y="1107360"/>
            <a:ext cx="4364280" cy="1080"/>
          </a:xfrm>
          <a:prstGeom prst="straightConnector1">
            <a:avLst/>
          </a:prstGeom>
          <a:ln w="38100">
            <a:solidFill>
              <a:srgbClr val="dfa267"/>
            </a:solidFill>
            <a:round/>
          </a:ln>
        </p:spPr>
      </p:cxnSp>
      <p:sp>
        <p:nvSpPr>
          <p:cNvPr id="19" name="PlaceHolder 1"/>
          <p:cNvSpPr>
            <a:spLocks noGrp="1"/>
          </p:cNvSpPr>
          <p:nvPr>
            <p:ph type="ftr" idx="10"/>
          </p:nvPr>
        </p:nvSpPr>
        <p:spPr>
          <a:xfrm>
            <a:off x="3029040" y="6356520"/>
            <a:ext cx="30852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0" name="PlaceHolder 2"/>
          <p:cNvSpPr>
            <a:spLocks noGrp="1"/>
          </p:cNvSpPr>
          <p:nvPr>
            <p:ph type="sldNum" idx="11"/>
          </p:nvPr>
        </p:nvSpPr>
        <p:spPr>
          <a:xfrm>
            <a:off x="6458040" y="6356520"/>
            <a:ext cx="2056320" cy="36396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8EC2D60D-F9D5-4D1D-9978-E05EB4CC87B1}"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sp>
        <p:nvSpPr>
          <p:cNvPr id="21" name="PlaceHolder 3"/>
          <p:cNvSpPr>
            <a:spLocks noGrp="1"/>
          </p:cNvSpPr>
          <p:nvPr>
            <p:ph type="dt" idx="12"/>
          </p:nvPr>
        </p:nvSpPr>
        <p:spPr>
          <a:xfrm>
            <a:off x="628560" y="6356520"/>
            <a:ext cx="205632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3"/>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22" name="Google Shape;109;p52" descr=""/>
          <p:cNvPicPr/>
          <p:nvPr/>
        </p:nvPicPr>
        <p:blipFill>
          <a:blip r:embed="rId2"/>
          <a:stretch/>
        </p:blipFill>
        <p:spPr>
          <a:xfrm>
            <a:off x="8313480" y="136440"/>
            <a:ext cx="698400" cy="1401120"/>
          </a:xfrm>
          <a:prstGeom prst="rect">
            <a:avLst/>
          </a:prstGeom>
          <a:ln w="0">
            <a:noFill/>
          </a:ln>
        </p:spPr>
      </p:pic>
      <p:sp>
        <p:nvSpPr>
          <p:cNvPr id="23" name="Google Shape;110;p52"/>
          <p:cNvSpPr/>
          <p:nvPr/>
        </p:nvSpPr>
        <p:spPr>
          <a:xfrm>
            <a:off x="73440" y="0"/>
            <a:ext cx="6766200" cy="1186920"/>
          </a:xfrm>
          <a:prstGeom prst="rect">
            <a:avLst/>
          </a:prstGeom>
          <a:noFill/>
          <a:ln w="0">
            <a:noFill/>
          </a:ln>
        </p:spPr>
        <p:style>
          <a:lnRef idx="0"/>
          <a:fillRef idx="0"/>
          <a:effectRef idx="0"/>
          <a:fontRef idx="minor"/>
        </p:style>
        <p:txBody>
          <a:bodyPr lIns="90000" rIns="90000" tIns="45000" bIns="45000" anchor="t">
            <a:spAutoFit/>
          </a:bodyPr>
          <a:p>
            <a:pPr>
              <a:lnSpc>
                <a:spcPct val="150000"/>
              </a:lnSpc>
              <a:tabLst>
                <a:tab algn="l" pos="0"/>
              </a:tabLst>
            </a:pPr>
            <a:r>
              <a:rPr b="1" lang="en-US" sz="2400" spc="-1" strike="noStrike">
                <a:solidFill>
                  <a:srgbClr val="0070c0"/>
                </a:solidFill>
                <a:latin typeface="Arial"/>
                <a:ea typeface="Arial"/>
              </a:rPr>
              <a:t>INTRODUCTION TO SOFTWARE ENGINEERING</a:t>
            </a:r>
            <a:endParaRPr b="0" lang="en-US" sz="2400" spc="-1" strike="noStrike">
              <a:solidFill>
                <a:srgbClr val="000000"/>
              </a:solidFill>
              <a:latin typeface="Arial"/>
            </a:endParaRPr>
          </a:p>
        </p:txBody>
      </p:sp>
      <p:cxnSp>
        <p:nvCxnSpPr>
          <p:cNvPr id="24" name="Google Shape;111;p52"/>
          <p:cNvCxnSpPr/>
          <p:nvPr/>
        </p:nvCxnSpPr>
        <p:spPr>
          <a:xfrm>
            <a:off x="13680" y="1107360"/>
            <a:ext cx="4364280" cy="1080"/>
          </a:xfrm>
          <a:prstGeom prst="straightConnector1">
            <a:avLst/>
          </a:prstGeom>
          <a:ln w="38100">
            <a:solidFill>
              <a:srgbClr val="dfa267"/>
            </a:solidFill>
            <a:round/>
          </a:ln>
        </p:spPr>
      </p:cxnSp>
      <p:sp>
        <p:nvSpPr>
          <p:cNvPr id="25" name="PlaceHolder 1"/>
          <p:cNvSpPr>
            <a:spLocks noGrp="1"/>
          </p:cNvSpPr>
          <p:nvPr>
            <p:ph type="ftr" idx="13"/>
          </p:nvPr>
        </p:nvSpPr>
        <p:spPr>
          <a:xfrm>
            <a:off x="3029040" y="6356520"/>
            <a:ext cx="30852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6" name="PlaceHolder 2"/>
          <p:cNvSpPr>
            <a:spLocks noGrp="1"/>
          </p:cNvSpPr>
          <p:nvPr>
            <p:ph type="sldNum" idx="14"/>
          </p:nvPr>
        </p:nvSpPr>
        <p:spPr>
          <a:xfrm>
            <a:off x="6458040" y="6356520"/>
            <a:ext cx="2056320" cy="36396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54AB20B8-933B-41BE-A9D0-00A6377FAA71}"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sp>
        <p:nvSpPr>
          <p:cNvPr id="27" name="PlaceHolder 3"/>
          <p:cNvSpPr>
            <a:spLocks noGrp="1"/>
          </p:cNvSpPr>
          <p:nvPr>
            <p:ph type="dt" idx="15"/>
          </p:nvPr>
        </p:nvSpPr>
        <p:spPr>
          <a:xfrm>
            <a:off x="628560" y="6356520"/>
            <a:ext cx="205632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3"/>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28" name="Google Shape;116;p53" descr=""/>
          <p:cNvPicPr/>
          <p:nvPr/>
        </p:nvPicPr>
        <p:blipFill>
          <a:blip r:embed="rId2"/>
          <a:stretch/>
        </p:blipFill>
        <p:spPr>
          <a:xfrm>
            <a:off x="8289720" y="136440"/>
            <a:ext cx="698400" cy="1401120"/>
          </a:xfrm>
          <a:prstGeom prst="rect">
            <a:avLst/>
          </a:prstGeom>
          <a:ln w="0">
            <a:noFill/>
          </a:ln>
        </p:spPr>
      </p:pic>
      <p:sp>
        <p:nvSpPr>
          <p:cNvPr id="29" name="Google Shape;117;p53"/>
          <p:cNvSpPr/>
          <p:nvPr/>
        </p:nvSpPr>
        <p:spPr>
          <a:xfrm>
            <a:off x="70920" y="0"/>
            <a:ext cx="6766200" cy="1186920"/>
          </a:xfrm>
          <a:prstGeom prst="rect">
            <a:avLst/>
          </a:prstGeom>
          <a:noFill/>
          <a:ln w="0">
            <a:noFill/>
          </a:ln>
        </p:spPr>
        <p:style>
          <a:lnRef idx="0"/>
          <a:fillRef idx="0"/>
          <a:effectRef idx="0"/>
          <a:fontRef idx="minor"/>
        </p:style>
        <p:txBody>
          <a:bodyPr lIns="90000" rIns="90000" tIns="45000" bIns="45000" anchor="t">
            <a:spAutoFit/>
          </a:bodyPr>
          <a:p>
            <a:pPr>
              <a:lnSpc>
                <a:spcPct val="150000"/>
              </a:lnSpc>
              <a:tabLst>
                <a:tab algn="l" pos="0"/>
              </a:tabLst>
            </a:pPr>
            <a:r>
              <a:rPr b="1" lang="en-US" sz="2400" spc="-1" strike="noStrike">
                <a:solidFill>
                  <a:srgbClr val="0070c0"/>
                </a:solidFill>
                <a:latin typeface="Arial"/>
                <a:ea typeface="Arial"/>
              </a:rPr>
              <a:t>INTRODUCTION TO SOFTWARE ENGINEERING</a:t>
            </a:r>
            <a:endParaRPr b="0" lang="en-US" sz="2400" spc="-1" strike="noStrike">
              <a:solidFill>
                <a:srgbClr val="000000"/>
              </a:solidFill>
              <a:latin typeface="Arial"/>
            </a:endParaRPr>
          </a:p>
        </p:txBody>
      </p:sp>
      <p:cxnSp>
        <p:nvCxnSpPr>
          <p:cNvPr id="30" name="Google Shape;118;p53"/>
          <p:cNvCxnSpPr/>
          <p:nvPr/>
        </p:nvCxnSpPr>
        <p:spPr>
          <a:xfrm>
            <a:off x="13680" y="1120320"/>
            <a:ext cx="4559400" cy="1080"/>
          </a:xfrm>
          <a:prstGeom prst="straightConnector1">
            <a:avLst/>
          </a:prstGeom>
          <a:ln w="38100">
            <a:solidFill>
              <a:srgbClr val="dfa267"/>
            </a:solidFill>
            <a:round/>
          </a:ln>
        </p:spPr>
      </p:cxnSp>
      <p:sp>
        <p:nvSpPr>
          <p:cNvPr id="31" name="PlaceHolder 1"/>
          <p:cNvSpPr>
            <a:spLocks noGrp="1"/>
          </p:cNvSpPr>
          <p:nvPr>
            <p:ph type="ftr" idx="16"/>
          </p:nvPr>
        </p:nvSpPr>
        <p:spPr>
          <a:xfrm>
            <a:off x="3029040" y="6356520"/>
            <a:ext cx="30852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2" name="PlaceHolder 2"/>
          <p:cNvSpPr>
            <a:spLocks noGrp="1"/>
          </p:cNvSpPr>
          <p:nvPr>
            <p:ph type="sldNum" idx="17"/>
          </p:nvPr>
        </p:nvSpPr>
        <p:spPr>
          <a:xfrm>
            <a:off x="6458040" y="6356520"/>
            <a:ext cx="2056320" cy="36396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96966A5F-0334-41B7-80E9-B7D87FA98E69}"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sp>
        <p:nvSpPr>
          <p:cNvPr id="33" name="PlaceHolder 3"/>
          <p:cNvSpPr>
            <a:spLocks noGrp="1"/>
          </p:cNvSpPr>
          <p:nvPr>
            <p:ph type="dt" idx="18"/>
          </p:nvPr>
        </p:nvSpPr>
        <p:spPr>
          <a:xfrm>
            <a:off x="628560" y="6356520"/>
            <a:ext cx="205632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3"/>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34" name="Google Shape;124;p54" descr=""/>
          <p:cNvPicPr/>
          <p:nvPr/>
        </p:nvPicPr>
        <p:blipFill>
          <a:blip r:embed="rId2"/>
          <a:stretch/>
        </p:blipFill>
        <p:spPr>
          <a:xfrm>
            <a:off x="8313480" y="136440"/>
            <a:ext cx="698400" cy="1401120"/>
          </a:xfrm>
          <a:prstGeom prst="rect">
            <a:avLst/>
          </a:prstGeom>
          <a:ln w="0">
            <a:noFill/>
          </a:ln>
        </p:spPr>
      </p:pic>
      <p:sp>
        <p:nvSpPr>
          <p:cNvPr id="35" name="Google Shape;125;p54"/>
          <p:cNvSpPr/>
          <p:nvPr/>
        </p:nvSpPr>
        <p:spPr>
          <a:xfrm>
            <a:off x="73440" y="0"/>
            <a:ext cx="6766200" cy="1186920"/>
          </a:xfrm>
          <a:prstGeom prst="rect">
            <a:avLst/>
          </a:prstGeom>
          <a:noFill/>
          <a:ln w="0">
            <a:noFill/>
          </a:ln>
        </p:spPr>
        <p:style>
          <a:lnRef idx="0"/>
          <a:fillRef idx="0"/>
          <a:effectRef idx="0"/>
          <a:fontRef idx="minor"/>
        </p:style>
        <p:txBody>
          <a:bodyPr lIns="90000" rIns="90000" tIns="45000" bIns="45000" anchor="t">
            <a:spAutoFit/>
          </a:bodyPr>
          <a:p>
            <a:pPr>
              <a:lnSpc>
                <a:spcPct val="150000"/>
              </a:lnSpc>
              <a:tabLst>
                <a:tab algn="l" pos="0"/>
              </a:tabLst>
            </a:pPr>
            <a:r>
              <a:rPr b="1" lang="en-US" sz="2400" spc="-1" strike="noStrike">
                <a:solidFill>
                  <a:srgbClr val="0070c0"/>
                </a:solidFill>
                <a:latin typeface="Arial"/>
                <a:ea typeface="Arial"/>
              </a:rPr>
              <a:t>INTRODUCTION TO SOFTWARE ENGINEERING</a:t>
            </a:r>
            <a:endParaRPr b="0" lang="en-US" sz="2400" spc="-1" strike="noStrike">
              <a:solidFill>
                <a:srgbClr val="000000"/>
              </a:solidFill>
              <a:latin typeface="Arial"/>
            </a:endParaRPr>
          </a:p>
        </p:txBody>
      </p:sp>
      <p:cxnSp>
        <p:nvCxnSpPr>
          <p:cNvPr id="36" name="Google Shape;126;p54"/>
          <p:cNvCxnSpPr/>
          <p:nvPr/>
        </p:nvCxnSpPr>
        <p:spPr>
          <a:xfrm>
            <a:off x="13680" y="1107360"/>
            <a:ext cx="4364280" cy="1080"/>
          </a:xfrm>
          <a:prstGeom prst="straightConnector1">
            <a:avLst/>
          </a:prstGeom>
          <a:ln w="38100">
            <a:solidFill>
              <a:srgbClr val="dfa267"/>
            </a:solidFill>
            <a:round/>
          </a:ln>
        </p:spPr>
      </p:cxnSp>
      <p:sp>
        <p:nvSpPr>
          <p:cNvPr id="37" name="PlaceHolder 1"/>
          <p:cNvSpPr>
            <a:spLocks noGrp="1"/>
          </p:cNvSpPr>
          <p:nvPr>
            <p:ph type="ftr" idx="19"/>
          </p:nvPr>
        </p:nvSpPr>
        <p:spPr>
          <a:xfrm>
            <a:off x="3029040" y="6356520"/>
            <a:ext cx="30852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8" name="PlaceHolder 2"/>
          <p:cNvSpPr>
            <a:spLocks noGrp="1"/>
          </p:cNvSpPr>
          <p:nvPr>
            <p:ph type="sldNum" idx="20"/>
          </p:nvPr>
        </p:nvSpPr>
        <p:spPr>
          <a:xfrm>
            <a:off x="6458040" y="6356520"/>
            <a:ext cx="2056320" cy="36396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1606A7AE-3548-46D2-BEC8-5C8B27964E02}"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sp>
        <p:nvSpPr>
          <p:cNvPr id="39" name="PlaceHolder 3"/>
          <p:cNvSpPr>
            <a:spLocks noGrp="1"/>
          </p:cNvSpPr>
          <p:nvPr>
            <p:ph type="dt" idx="21"/>
          </p:nvPr>
        </p:nvSpPr>
        <p:spPr>
          <a:xfrm>
            <a:off x="628560" y="6356520"/>
            <a:ext cx="205632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3"/>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40" name="Google Shape;132;p55" descr=""/>
          <p:cNvPicPr/>
          <p:nvPr/>
        </p:nvPicPr>
        <p:blipFill>
          <a:blip r:embed="rId2"/>
          <a:stretch/>
        </p:blipFill>
        <p:spPr>
          <a:xfrm>
            <a:off x="8313480" y="136440"/>
            <a:ext cx="698400" cy="1401120"/>
          </a:xfrm>
          <a:prstGeom prst="rect">
            <a:avLst/>
          </a:prstGeom>
          <a:ln w="0">
            <a:noFill/>
          </a:ln>
        </p:spPr>
      </p:pic>
      <p:sp>
        <p:nvSpPr>
          <p:cNvPr id="41" name="Google Shape;133;p55"/>
          <p:cNvSpPr/>
          <p:nvPr/>
        </p:nvSpPr>
        <p:spPr>
          <a:xfrm>
            <a:off x="73440" y="0"/>
            <a:ext cx="6766200" cy="1186920"/>
          </a:xfrm>
          <a:prstGeom prst="rect">
            <a:avLst/>
          </a:prstGeom>
          <a:noFill/>
          <a:ln w="0">
            <a:noFill/>
          </a:ln>
        </p:spPr>
        <p:style>
          <a:lnRef idx="0"/>
          <a:fillRef idx="0"/>
          <a:effectRef idx="0"/>
          <a:fontRef idx="minor"/>
        </p:style>
        <p:txBody>
          <a:bodyPr lIns="90000" rIns="90000" tIns="45000" bIns="45000" anchor="t">
            <a:spAutoFit/>
          </a:bodyPr>
          <a:p>
            <a:pPr>
              <a:lnSpc>
                <a:spcPct val="150000"/>
              </a:lnSpc>
              <a:tabLst>
                <a:tab algn="l" pos="0"/>
              </a:tabLst>
            </a:pPr>
            <a:r>
              <a:rPr b="1" lang="en-US" sz="2400" spc="-1" strike="noStrike">
                <a:solidFill>
                  <a:srgbClr val="0070c0"/>
                </a:solidFill>
                <a:latin typeface="Arial"/>
                <a:ea typeface="Arial"/>
              </a:rPr>
              <a:t>INTRODUCTION TO SOFTWARE ENGINEERING</a:t>
            </a:r>
            <a:endParaRPr b="0" lang="en-US" sz="2400" spc="-1" strike="noStrike">
              <a:solidFill>
                <a:srgbClr val="000000"/>
              </a:solidFill>
              <a:latin typeface="Arial"/>
            </a:endParaRPr>
          </a:p>
        </p:txBody>
      </p:sp>
      <p:cxnSp>
        <p:nvCxnSpPr>
          <p:cNvPr id="42" name="Google Shape;134;p55"/>
          <p:cNvCxnSpPr/>
          <p:nvPr/>
        </p:nvCxnSpPr>
        <p:spPr>
          <a:xfrm>
            <a:off x="13680" y="1107360"/>
            <a:ext cx="4364280" cy="1080"/>
          </a:xfrm>
          <a:prstGeom prst="straightConnector1">
            <a:avLst/>
          </a:prstGeom>
          <a:ln w="38100">
            <a:solidFill>
              <a:srgbClr val="dfa267"/>
            </a:solidFill>
            <a:round/>
          </a:ln>
        </p:spPr>
      </p:cxnSp>
      <p:sp>
        <p:nvSpPr>
          <p:cNvPr id="43" name="PlaceHolder 1"/>
          <p:cNvSpPr>
            <a:spLocks noGrp="1"/>
          </p:cNvSpPr>
          <p:nvPr>
            <p:ph type="ftr" idx="22"/>
          </p:nvPr>
        </p:nvSpPr>
        <p:spPr>
          <a:xfrm>
            <a:off x="3029040" y="6356520"/>
            <a:ext cx="30852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4" name="PlaceHolder 2"/>
          <p:cNvSpPr>
            <a:spLocks noGrp="1"/>
          </p:cNvSpPr>
          <p:nvPr>
            <p:ph type="sldNum" idx="23"/>
          </p:nvPr>
        </p:nvSpPr>
        <p:spPr>
          <a:xfrm>
            <a:off x="6458040" y="6356520"/>
            <a:ext cx="2056320" cy="36396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0F412DE4-5B58-4B8F-822A-55BB25ADAB9F}"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sp>
        <p:nvSpPr>
          <p:cNvPr id="45" name="PlaceHolder 3"/>
          <p:cNvSpPr>
            <a:spLocks noGrp="1"/>
          </p:cNvSpPr>
          <p:nvPr>
            <p:ph type="dt" idx="24"/>
          </p:nvPr>
        </p:nvSpPr>
        <p:spPr>
          <a:xfrm>
            <a:off x="628560" y="6356520"/>
            <a:ext cx="205632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3"/>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46" name="Google Shape;140;p56" descr=""/>
          <p:cNvPicPr/>
          <p:nvPr/>
        </p:nvPicPr>
        <p:blipFill>
          <a:blip r:embed="rId2"/>
          <a:stretch/>
        </p:blipFill>
        <p:spPr>
          <a:xfrm>
            <a:off x="8313480" y="136440"/>
            <a:ext cx="698400" cy="1401120"/>
          </a:xfrm>
          <a:prstGeom prst="rect">
            <a:avLst/>
          </a:prstGeom>
          <a:ln w="0">
            <a:noFill/>
          </a:ln>
        </p:spPr>
      </p:pic>
      <p:sp>
        <p:nvSpPr>
          <p:cNvPr id="47" name="Google Shape;141;p56"/>
          <p:cNvSpPr/>
          <p:nvPr/>
        </p:nvSpPr>
        <p:spPr>
          <a:xfrm>
            <a:off x="73440" y="0"/>
            <a:ext cx="6766200" cy="1186920"/>
          </a:xfrm>
          <a:prstGeom prst="rect">
            <a:avLst/>
          </a:prstGeom>
          <a:noFill/>
          <a:ln w="0">
            <a:noFill/>
          </a:ln>
        </p:spPr>
        <p:style>
          <a:lnRef idx="0"/>
          <a:fillRef idx="0"/>
          <a:effectRef idx="0"/>
          <a:fontRef idx="minor"/>
        </p:style>
        <p:txBody>
          <a:bodyPr lIns="90000" rIns="90000" tIns="45000" bIns="45000" anchor="t">
            <a:spAutoFit/>
          </a:bodyPr>
          <a:p>
            <a:pPr>
              <a:lnSpc>
                <a:spcPct val="150000"/>
              </a:lnSpc>
              <a:tabLst>
                <a:tab algn="l" pos="0"/>
              </a:tabLst>
            </a:pPr>
            <a:r>
              <a:rPr b="1" lang="en-US" sz="2400" spc="-1" strike="noStrike">
                <a:solidFill>
                  <a:srgbClr val="0070c0"/>
                </a:solidFill>
                <a:latin typeface="Arial"/>
                <a:ea typeface="Arial"/>
              </a:rPr>
              <a:t>INTRODUCTION TO SOFTWARE ENGINEERING</a:t>
            </a:r>
            <a:endParaRPr b="0" lang="en-US" sz="2400" spc="-1" strike="noStrike">
              <a:solidFill>
                <a:srgbClr val="000000"/>
              </a:solidFill>
              <a:latin typeface="Arial"/>
            </a:endParaRPr>
          </a:p>
        </p:txBody>
      </p:sp>
      <p:cxnSp>
        <p:nvCxnSpPr>
          <p:cNvPr id="48" name="Google Shape;142;p56"/>
          <p:cNvCxnSpPr/>
          <p:nvPr/>
        </p:nvCxnSpPr>
        <p:spPr>
          <a:xfrm>
            <a:off x="13680" y="1107360"/>
            <a:ext cx="4364280" cy="1080"/>
          </a:xfrm>
          <a:prstGeom prst="straightConnector1">
            <a:avLst/>
          </a:prstGeom>
          <a:ln w="38100">
            <a:solidFill>
              <a:srgbClr val="dfa267"/>
            </a:solidFill>
            <a:round/>
          </a:ln>
        </p:spPr>
      </p:cxnSp>
      <p:sp>
        <p:nvSpPr>
          <p:cNvPr id="49" name="PlaceHolder 1"/>
          <p:cNvSpPr>
            <a:spLocks noGrp="1"/>
          </p:cNvSpPr>
          <p:nvPr>
            <p:ph type="ftr" idx="25"/>
          </p:nvPr>
        </p:nvSpPr>
        <p:spPr>
          <a:xfrm>
            <a:off x="3029040" y="6356520"/>
            <a:ext cx="30852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50" name="PlaceHolder 2"/>
          <p:cNvSpPr>
            <a:spLocks noGrp="1"/>
          </p:cNvSpPr>
          <p:nvPr>
            <p:ph type="sldNum" idx="26"/>
          </p:nvPr>
        </p:nvSpPr>
        <p:spPr>
          <a:xfrm>
            <a:off x="6458040" y="6356520"/>
            <a:ext cx="2056320" cy="36396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D9B2ECA4-03E8-4677-B31E-29E8EB389AFA}"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sp>
        <p:nvSpPr>
          <p:cNvPr id="51" name="PlaceHolder 3"/>
          <p:cNvSpPr>
            <a:spLocks noGrp="1"/>
          </p:cNvSpPr>
          <p:nvPr>
            <p:ph type="dt" idx="27"/>
          </p:nvPr>
        </p:nvSpPr>
        <p:spPr>
          <a:xfrm>
            <a:off x="628560" y="6356520"/>
            <a:ext cx="205632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5" r:id="rId3"/>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52" name="Google Shape;148;p57" descr=""/>
          <p:cNvPicPr/>
          <p:nvPr/>
        </p:nvPicPr>
        <p:blipFill>
          <a:blip r:embed="rId2"/>
          <a:stretch/>
        </p:blipFill>
        <p:spPr>
          <a:xfrm>
            <a:off x="8313480" y="136440"/>
            <a:ext cx="698400" cy="1401120"/>
          </a:xfrm>
          <a:prstGeom prst="rect">
            <a:avLst/>
          </a:prstGeom>
          <a:ln w="0">
            <a:noFill/>
          </a:ln>
        </p:spPr>
      </p:pic>
      <p:sp>
        <p:nvSpPr>
          <p:cNvPr id="53" name="Google Shape;149;p57"/>
          <p:cNvSpPr/>
          <p:nvPr/>
        </p:nvSpPr>
        <p:spPr>
          <a:xfrm>
            <a:off x="73440" y="0"/>
            <a:ext cx="6766200" cy="1186920"/>
          </a:xfrm>
          <a:prstGeom prst="rect">
            <a:avLst/>
          </a:prstGeom>
          <a:noFill/>
          <a:ln w="0">
            <a:noFill/>
          </a:ln>
        </p:spPr>
        <p:style>
          <a:lnRef idx="0"/>
          <a:fillRef idx="0"/>
          <a:effectRef idx="0"/>
          <a:fontRef idx="minor"/>
        </p:style>
        <p:txBody>
          <a:bodyPr lIns="90000" rIns="90000" tIns="45000" bIns="45000" anchor="t">
            <a:spAutoFit/>
          </a:bodyPr>
          <a:p>
            <a:pPr>
              <a:lnSpc>
                <a:spcPct val="150000"/>
              </a:lnSpc>
              <a:tabLst>
                <a:tab algn="l" pos="0"/>
              </a:tabLst>
            </a:pPr>
            <a:r>
              <a:rPr b="1" lang="en-US" sz="2400" spc="-1" strike="noStrike">
                <a:solidFill>
                  <a:srgbClr val="0070c0"/>
                </a:solidFill>
                <a:latin typeface="Arial"/>
                <a:ea typeface="Arial"/>
              </a:rPr>
              <a:t>INTRODUCTION TO SOFTWARE ENGINEERING</a:t>
            </a:r>
            <a:endParaRPr b="0" lang="en-US" sz="2400" spc="-1" strike="noStrike">
              <a:solidFill>
                <a:srgbClr val="000000"/>
              </a:solidFill>
              <a:latin typeface="Arial"/>
            </a:endParaRPr>
          </a:p>
        </p:txBody>
      </p:sp>
      <p:cxnSp>
        <p:nvCxnSpPr>
          <p:cNvPr id="54" name="Google Shape;150;p57"/>
          <p:cNvCxnSpPr/>
          <p:nvPr/>
        </p:nvCxnSpPr>
        <p:spPr>
          <a:xfrm>
            <a:off x="13680" y="1107360"/>
            <a:ext cx="4364280" cy="1080"/>
          </a:xfrm>
          <a:prstGeom prst="straightConnector1">
            <a:avLst/>
          </a:prstGeom>
          <a:ln w="38100">
            <a:solidFill>
              <a:srgbClr val="dfa267"/>
            </a:solidFill>
            <a:round/>
          </a:ln>
        </p:spPr>
      </p:cxnSp>
      <p:sp>
        <p:nvSpPr>
          <p:cNvPr id="55" name="PlaceHolder 1"/>
          <p:cNvSpPr>
            <a:spLocks noGrp="1"/>
          </p:cNvSpPr>
          <p:nvPr>
            <p:ph type="ftr" idx="28"/>
          </p:nvPr>
        </p:nvSpPr>
        <p:spPr>
          <a:xfrm>
            <a:off x="3029040" y="6356520"/>
            <a:ext cx="30852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56" name="PlaceHolder 2"/>
          <p:cNvSpPr>
            <a:spLocks noGrp="1"/>
          </p:cNvSpPr>
          <p:nvPr>
            <p:ph type="sldNum" idx="29"/>
          </p:nvPr>
        </p:nvSpPr>
        <p:spPr>
          <a:xfrm>
            <a:off x="6458040" y="6356520"/>
            <a:ext cx="2056320" cy="36396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F3437ACE-EBB7-4238-9711-52DE1EE151AC}"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sp>
        <p:nvSpPr>
          <p:cNvPr id="57" name="PlaceHolder 3"/>
          <p:cNvSpPr>
            <a:spLocks noGrp="1"/>
          </p:cNvSpPr>
          <p:nvPr>
            <p:ph type="dt" idx="30"/>
          </p:nvPr>
        </p:nvSpPr>
        <p:spPr>
          <a:xfrm>
            <a:off x="628560" y="6356520"/>
            <a:ext cx="205632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7" r:id="rId3"/>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58" name="Google Shape;155;p58" descr=""/>
          <p:cNvPicPr/>
          <p:nvPr/>
        </p:nvPicPr>
        <p:blipFill>
          <a:blip r:embed="rId2"/>
          <a:stretch/>
        </p:blipFill>
        <p:spPr>
          <a:xfrm>
            <a:off x="8289720" y="136440"/>
            <a:ext cx="698400" cy="1401120"/>
          </a:xfrm>
          <a:prstGeom prst="rect">
            <a:avLst/>
          </a:prstGeom>
          <a:ln w="0">
            <a:noFill/>
          </a:ln>
        </p:spPr>
      </p:pic>
      <p:sp>
        <p:nvSpPr>
          <p:cNvPr id="59" name="Google Shape;156;p58"/>
          <p:cNvSpPr/>
          <p:nvPr/>
        </p:nvSpPr>
        <p:spPr>
          <a:xfrm>
            <a:off x="70920" y="0"/>
            <a:ext cx="6766200" cy="1186920"/>
          </a:xfrm>
          <a:prstGeom prst="rect">
            <a:avLst/>
          </a:prstGeom>
          <a:noFill/>
          <a:ln w="0">
            <a:noFill/>
          </a:ln>
        </p:spPr>
        <p:style>
          <a:lnRef idx="0"/>
          <a:fillRef idx="0"/>
          <a:effectRef idx="0"/>
          <a:fontRef idx="minor"/>
        </p:style>
        <p:txBody>
          <a:bodyPr lIns="90000" rIns="90000" tIns="45000" bIns="45000" anchor="t">
            <a:spAutoFit/>
          </a:bodyPr>
          <a:p>
            <a:pPr>
              <a:lnSpc>
                <a:spcPct val="150000"/>
              </a:lnSpc>
              <a:tabLst>
                <a:tab algn="l" pos="0"/>
              </a:tabLst>
            </a:pPr>
            <a:r>
              <a:rPr b="1" lang="en-US" sz="2400" spc="-1" strike="noStrike">
                <a:solidFill>
                  <a:srgbClr val="0070c0"/>
                </a:solidFill>
                <a:latin typeface="Arial"/>
                <a:ea typeface="Arial"/>
              </a:rPr>
              <a:t>INTRODUCTION TO SOFTWARE ENGINEERING</a:t>
            </a:r>
            <a:endParaRPr b="0" lang="en-US" sz="2400" spc="-1" strike="noStrike">
              <a:solidFill>
                <a:srgbClr val="000000"/>
              </a:solidFill>
              <a:latin typeface="Arial"/>
            </a:endParaRPr>
          </a:p>
        </p:txBody>
      </p:sp>
      <p:cxnSp>
        <p:nvCxnSpPr>
          <p:cNvPr id="60" name="Google Shape;157;p58"/>
          <p:cNvCxnSpPr/>
          <p:nvPr/>
        </p:nvCxnSpPr>
        <p:spPr>
          <a:xfrm>
            <a:off x="13680" y="1120320"/>
            <a:ext cx="4559400" cy="1080"/>
          </a:xfrm>
          <a:prstGeom prst="straightConnector1">
            <a:avLst/>
          </a:prstGeom>
          <a:ln w="38100">
            <a:solidFill>
              <a:srgbClr val="dfa267"/>
            </a:solidFill>
            <a:round/>
          </a:ln>
        </p:spPr>
      </p:cxnSp>
      <p:sp>
        <p:nvSpPr>
          <p:cNvPr id="61" name="PlaceHolder 1"/>
          <p:cNvSpPr>
            <a:spLocks noGrp="1"/>
          </p:cNvSpPr>
          <p:nvPr>
            <p:ph type="ftr" idx="31"/>
          </p:nvPr>
        </p:nvSpPr>
        <p:spPr>
          <a:xfrm>
            <a:off x="3029040" y="6356520"/>
            <a:ext cx="30852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62" name="PlaceHolder 2"/>
          <p:cNvSpPr>
            <a:spLocks noGrp="1"/>
          </p:cNvSpPr>
          <p:nvPr>
            <p:ph type="sldNum" idx="32"/>
          </p:nvPr>
        </p:nvSpPr>
        <p:spPr>
          <a:xfrm>
            <a:off x="6458040" y="6356520"/>
            <a:ext cx="2056320" cy="36396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4D7B449B-2832-47D0-81E9-1DDFB0A27853}"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sp>
        <p:nvSpPr>
          <p:cNvPr id="63" name="PlaceHolder 3"/>
          <p:cNvSpPr>
            <a:spLocks noGrp="1"/>
          </p:cNvSpPr>
          <p:nvPr>
            <p:ph type="dt" idx="33"/>
          </p:nvPr>
        </p:nvSpPr>
        <p:spPr>
          <a:xfrm>
            <a:off x="628560" y="6356520"/>
            <a:ext cx="205632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3"/>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64" name="Google Shape;25;p40" descr=""/>
          <p:cNvPicPr/>
          <p:nvPr/>
        </p:nvPicPr>
        <p:blipFill>
          <a:blip r:embed="rId2"/>
          <a:stretch/>
        </p:blipFill>
        <p:spPr>
          <a:xfrm>
            <a:off x="8368560" y="133560"/>
            <a:ext cx="698400" cy="1401120"/>
          </a:xfrm>
          <a:prstGeom prst="rect">
            <a:avLst/>
          </a:prstGeom>
          <a:ln w="0">
            <a:noFill/>
          </a:ln>
        </p:spPr>
      </p:pic>
      <p:sp>
        <p:nvSpPr>
          <p:cNvPr id="65" name="Google Shape;26;p40"/>
          <p:cNvSpPr/>
          <p:nvPr/>
        </p:nvSpPr>
        <p:spPr>
          <a:xfrm>
            <a:off x="217440" y="840600"/>
            <a:ext cx="6487200" cy="638280"/>
          </a:xfrm>
          <a:prstGeom prst="rect">
            <a:avLst/>
          </a:prstGeom>
          <a:noFill/>
          <a:ln w="0">
            <a:noFill/>
          </a:ln>
        </p:spPr>
        <p:style>
          <a:lnRef idx="0"/>
          <a:fillRef idx="0"/>
          <a:effectRef idx="0"/>
          <a:fontRef idx="minor"/>
        </p:style>
        <p:txBody>
          <a:bodyPr lIns="90000" rIns="90000" tIns="45000" bIns="45000" anchor="t">
            <a:spAutoFit/>
          </a:bodyPr>
          <a:p>
            <a:pPr>
              <a:lnSpc>
                <a:spcPct val="100000"/>
              </a:lnSpc>
              <a:tabLst>
                <a:tab algn="l" pos="0"/>
              </a:tabLst>
            </a:pPr>
            <a:r>
              <a:rPr b="1" lang="en-US" sz="3600" spc="-1" strike="noStrike">
                <a:solidFill>
                  <a:srgbClr val="0070c0"/>
                </a:solidFill>
                <a:latin typeface="Calibri"/>
                <a:ea typeface="Calibri"/>
              </a:rPr>
              <a:t>OOAD and SE</a:t>
            </a:r>
            <a:endParaRPr b="0" lang="en-US" sz="3600" spc="-1" strike="noStrike">
              <a:solidFill>
                <a:srgbClr val="000000"/>
              </a:solidFill>
              <a:latin typeface="Arial"/>
            </a:endParaRPr>
          </a:p>
        </p:txBody>
      </p:sp>
      <p:grpSp>
        <p:nvGrpSpPr>
          <p:cNvPr id="66" name="Google Shape;27;p40"/>
          <p:cNvGrpSpPr/>
          <p:nvPr/>
        </p:nvGrpSpPr>
        <p:grpSpPr>
          <a:xfrm>
            <a:off x="245880" y="4940280"/>
            <a:ext cx="799200" cy="1076040"/>
            <a:chOff x="245880" y="4940280"/>
            <a:chExt cx="799200" cy="1076040"/>
          </a:xfrm>
        </p:grpSpPr>
        <p:sp>
          <p:nvSpPr>
            <p:cNvPr id="67" name="Google Shape;28;p40"/>
            <p:cNvSpPr/>
            <p:nvPr/>
          </p:nvSpPr>
          <p:spPr>
            <a:xfrm rot="5400000">
              <a:off x="623160" y="5594400"/>
              <a:ext cx="44640" cy="799200"/>
            </a:xfrm>
            <a:prstGeom prst="rect">
              <a:avLst/>
            </a:prstGeom>
            <a:solidFill>
              <a:srgbClr val="f4b081"/>
            </a:solidFill>
            <a:ln w="0">
              <a:noFill/>
            </a:ln>
          </p:spPr>
          <p:style>
            <a:lnRef idx="0"/>
            <a:fillRef idx="0"/>
            <a:effectRef idx="0"/>
            <a:fontRef idx="minor"/>
          </p:style>
          <p:txBody>
            <a:bodyPr lIns="90000" rIns="90000" tIns="45000" bIns="45000" anchor="ctr">
              <a:noAutofit/>
            </a:bodyPr>
            <a:p>
              <a:pPr algn="ctr">
                <a:lnSpc>
                  <a:spcPct val="100000"/>
                </a:lnSpc>
                <a:tabLst>
                  <a:tab algn="l" pos="0"/>
                </a:tabLst>
              </a:pPr>
              <a:endParaRPr b="0" lang="en-US" sz="1800" spc="-1" strike="noStrike">
                <a:solidFill>
                  <a:schemeClr val="lt1"/>
                </a:solidFill>
                <a:latin typeface="Calibri"/>
                <a:ea typeface="Calibri"/>
              </a:endParaRPr>
            </a:p>
          </p:txBody>
        </p:sp>
        <p:sp>
          <p:nvSpPr>
            <p:cNvPr id="68" name="Google Shape;29;p40"/>
            <p:cNvSpPr/>
            <p:nvPr/>
          </p:nvSpPr>
          <p:spPr>
            <a:xfrm rot="10800000">
              <a:off x="246240" y="4940280"/>
              <a:ext cx="33120" cy="1065960"/>
            </a:xfrm>
            <a:prstGeom prst="rect">
              <a:avLst/>
            </a:prstGeom>
            <a:solidFill>
              <a:srgbClr val="f4b081"/>
            </a:solidFill>
            <a:ln w="0">
              <a:noFill/>
            </a:ln>
          </p:spPr>
          <p:style>
            <a:lnRef idx="0"/>
            <a:fillRef idx="0"/>
            <a:effectRef idx="0"/>
            <a:fontRef idx="minor"/>
          </p:style>
          <p:txBody>
            <a:bodyPr lIns="90000" rIns="90000" tIns="45000" bIns="45000" anchor="ctr">
              <a:noAutofit/>
            </a:bodyPr>
            <a:p>
              <a:pPr algn="ctr">
                <a:lnSpc>
                  <a:spcPct val="100000"/>
                </a:lnSpc>
                <a:tabLst>
                  <a:tab algn="l" pos="0"/>
                </a:tabLst>
              </a:pPr>
              <a:endParaRPr b="0" lang="en-US" sz="1800" spc="-1" strike="noStrike">
                <a:solidFill>
                  <a:schemeClr val="lt1"/>
                </a:solidFill>
                <a:latin typeface="Calibri"/>
                <a:ea typeface="Calibri"/>
              </a:endParaRPr>
            </a:p>
          </p:txBody>
        </p:sp>
      </p:grpSp>
      <p:cxnSp>
        <p:nvCxnSpPr>
          <p:cNvPr id="69" name="Google Shape;30;p40"/>
          <p:cNvCxnSpPr/>
          <p:nvPr/>
        </p:nvCxnSpPr>
        <p:spPr>
          <a:xfrm>
            <a:off x="2160" y="2094120"/>
            <a:ext cx="4750200" cy="1080"/>
          </a:xfrm>
          <a:prstGeom prst="straightConnector1">
            <a:avLst/>
          </a:prstGeom>
          <a:ln w="38100">
            <a:solidFill>
              <a:srgbClr val="dfa267"/>
            </a:solidFill>
            <a:miter/>
          </a:ln>
        </p:spPr>
      </p:cxnSp>
      <p:sp>
        <p:nvSpPr>
          <p:cNvPr id="70" name="Google Shape;31;p40"/>
          <p:cNvSpPr/>
          <p:nvPr/>
        </p:nvSpPr>
        <p:spPr>
          <a:xfrm>
            <a:off x="345600" y="4201560"/>
            <a:ext cx="5621760" cy="1431000"/>
          </a:xfrm>
          <a:prstGeom prst="rect">
            <a:avLst/>
          </a:prstGeom>
          <a:noFill/>
          <a:ln w="0">
            <a:noFill/>
          </a:ln>
        </p:spPr>
        <p:style>
          <a:lnRef idx="0"/>
          <a:fillRef idx="0"/>
          <a:effectRef idx="0"/>
          <a:fontRef idx="minor"/>
        </p:style>
        <p:txBody>
          <a:bodyPr lIns="90000" rIns="90000" tIns="45000" bIns="45000" anchor="t">
            <a:spAutoFit/>
          </a:bodyPr>
          <a:p>
            <a:pPr>
              <a:lnSpc>
                <a:spcPct val="100000"/>
              </a:lnSpc>
              <a:tabLst>
                <a:tab algn="l" pos="0"/>
              </a:tabLst>
            </a:pPr>
            <a:r>
              <a:rPr b="1" lang="en-US" sz="2400" spc="-1" strike="noStrike">
                <a:solidFill>
                  <a:schemeClr val="dk1"/>
                </a:solidFill>
                <a:latin typeface="Calibri"/>
                <a:ea typeface="Calibri"/>
              </a:rPr>
              <a:t>Dr. H.L. Phalachandra</a:t>
            </a:r>
            <a:endParaRPr b="0" lang="en-US" sz="2400" spc="-1" strike="noStrike">
              <a:solidFill>
                <a:srgbClr val="000000"/>
              </a:solidFill>
              <a:latin typeface="Arial"/>
            </a:endParaRPr>
          </a:p>
          <a:p>
            <a:pPr>
              <a:lnSpc>
                <a:spcPct val="100000"/>
              </a:lnSpc>
              <a:tabLst>
                <a:tab algn="l" pos="0"/>
              </a:tabLst>
            </a:pPr>
            <a:r>
              <a:rPr b="0" lang="en-US" sz="2000" spc="-1" strike="noStrike">
                <a:solidFill>
                  <a:schemeClr val="dk1"/>
                </a:solidFill>
                <a:latin typeface="Calibri"/>
                <a:ea typeface="Calibri"/>
              </a:rPr>
              <a:t>Department of Computer Science and Engineering</a:t>
            </a:r>
            <a:endParaRPr b="0" lang="en-US" sz="2000" spc="-1" strike="noStrike">
              <a:solidFill>
                <a:srgbClr val="000000"/>
              </a:solidFill>
              <a:latin typeface="Arial"/>
            </a:endParaRPr>
          </a:p>
          <a:p>
            <a:pPr>
              <a:lnSpc>
                <a:spcPct val="100000"/>
              </a:lnSpc>
              <a:tabLst>
                <a:tab algn="l" pos="0"/>
              </a:tabLst>
            </a:pPr>
            <a:r>
              <a:rPr b="0" lang="en-US" sz="2000" spc="-1" strike="noStrike">
                <a:solidFill>
                  <a:schemeClr val="dk1"/>
                </a:solidFill>
                <a:latin typeface="Calibri"/>
                <a:ea typeface="Calibri"/>
              </a:rPr>
              <a:t>                 </a:t>
            </a:r>
            <a:r>
              <a:rPr b="0" lang="en-US" sz="2000" spc="-1" strike="noStrike">
                <a:solidFill>
                  <a:schemeClr val="dk1"/>
                </a:solidFill>
                <a:latin typeface="Calibri"/>
                <a:ea typeface="Calibri"/>
              </a:rPr>
              <a:t>leveraging some information from slides of</a:t>
            </a:r>
            <a:endParaRPr b="0" lang="en-US" sz="2000" spc="-1" strike="noStrike">
              <a:solidFill>
                <a:srgbClr val="000000"/>
              </a:solidFill>
              <a:latin typeface="Arial"/>
            </a:endParaRPr>
          </a:p>
          <a:p>
            <a:pPr>
              <a:lnSpc>
                <a:spcPct val="100000"/>
              </a:lnSpc>
              <a:tabLst>
                <a:tab algn="l" pos="0"/>
              </a:tabLst>
            </a:pPr>
            <a:r>
              <a:rPr b="1" lang="en-US" sz="2400" spc="-1" strike="noStrike">
                <a:solidFill>
                  <a:schemeClr val="dk1"/>
                </a:solidFill>
                <a:latin typeface="Calibri"/>
                <a:ea typeface="Calibri"/>
              </a:rPr>
              <a:t>Prof. Vinay Joshi </a:t>
            </a:r>
            <a:endParaRPr b="0" lang="en-US" sz="2400" spc="-1" strike="noStrike">
              <a:solidFill>
                <a:srgbClr val="000000"/>
              </a:solidFill>
              <a:latin typeface="Arial"/>
            </a:endParaRPr>
          </a:p>
        </p:txBody>
      </p:sp>
      <p:sp>
        <p:nvSpPr>
          <p:cNvPr id="71" name="Google Shape;32;p40"/>
          <p:cNvSpPr/>
          <p:nvPr/>
        </p:nvSpPr>
        <p:spPr>
          <a:xfrm>
            <a:off x="245160" y="6017400"/>
            <a:ext cx="6211800" cy="86004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tabLst>
                <a:tab algn="l" pos="0"/>
              </a:tabLst>
            </a:pPr>
            <a:r>
              <a:rPr b="1" lang="en-US" sz="1050" spc="-1" strike="noStrike">
                <a:solidFill>
                  <a:srgbClr val="7f7f7f"/>
                </a:solidFill>
                <a:latin typeface="Calibri"/>
                <a:ea typeface="Calibri"/>
              </a:rPr>
              <a:t>Acknowledgements: </a:t>
            </a:r>
            <a:r>
              <a:rPr b="1" lang="en-US" sz="1000" spc="-1" strike="noStrike">
                <a:solidFill>
                  <a:srgbClr val="7f7f7f"/>
                </a:solidFill>
                <a:latin typeface="Calibri"/>
                <a:ea typeface="Calibri"/>
              </a:rPr>
              <a:t>Significant portions of the information in the slide sets presented through the course in the class, are extracted from the prescribed text books, information from the Internet and supplemented by my experience. Since these are only intended for presentation for teaching within PESU, there was no explicit permission solicited. We would like to sincerely thank and acknowledge that the credit/rights remain with the original authors/creators only</a:t>
            </a:r>
            <a:endParaRPr b="0" lang="en-US" sz="1000" spc="-1" strike="noStrike">
              <a:solidFill>
                <a:srgbClr val="000000"/>
              </a:solidFill>
              <a:latin typeface="Arial"/>
            </a:endParaRPr>
          </a:p>
        </p:txBody>
      </p:sp>
      <p:sp>
        <p:nvSpPr>
          <p:cNvPr id="72" name="PlaceHolder 1"/>
          <p:cNvSpPr>
            <a:spLocks noGrp="1"/>
          </p:cNvSpPr>
          <p:nvPr>
            <p:ph type="ftr" idx="34"/>
          </p:nvPr>
        </p:nvSpPr>
        <p:spPr>
          <a:xfrm>
            <a:off x="3029040" y="6356520"/>
            <a:ext cx="30852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73" name="PlaceHolder 2"/>
          <p:cNvSpPr>
            <a:spLocks noGrp="1"/>
          </p:cNvSpPr>
          <p:nvPr>
            <p:ph type="sldNum" idx="35"/>
          </p:nvPr>
        </p:nvSpPr>
        <p:spPr>
          <a:xfrm>
            <a:off x="6458040" y="6356520"/>
            <a:ext cx="2056320" cy="36396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E81F3E17-CB20-42A1-893C-81ED046DFB4A}"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sp>
        <p:nvSpPr>
          <p:cNvPr id="74" name="PlaceHolder 3"/>
          <p:cNvSpPr>
            <a:spLocks noGrp="1"/>
          </p:cNvSpPr>
          <p:nvPr>
            <p:ph type="dt" idx="36"/>
          </p:nvPr>
        </p:nvSpPr>
        <p:spPr>
          <a:xfrm>
            <a:off x="628560" y="6356520"/>
            <a:ext cx="205632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1" r:id="rId3"/>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75" name="Google Shape;162;p59" descr=""/>
          <p:cNvPicPr/>
          <p:nvPr/>
        </p:nvPicPr>
        <p:blipFill>
          <a:blip r:embed="rId2"/>
          <a:stretch/>
        </p:blipFill>
        <p:spPr>
          <a:xfrm>
            <a:off x="8289720" y="136440"/>
            <a:ext cx="698400" cy="1401120"/>
          </a:xfrm>
          <a:prstGeom prst="rect">
            <a:avLst/>
          </a:prstGeom>
          <a:ln w="0">
            <a:noFill/>
          </a:ln>
        </p:spPr>
      </p:pic>
      <p:sp>
        <p:nvSpPr>
          <p:cNvPr id="76" name="Google Shape;163;p59"/>
          <p:cNvSpPr/>
          <p:nvPr/>
        </p:nvSpPr>
        <p:spPr>
          <a:xfrm>
            <a:off x="70920" y="0"/>
            <a:ext cx="6766200" cy="1186920"/>
          </a:xfrm>
          <a:prstGeom prst="rect">
            <a:avLst/>
          </a:prstGeom>
          <a:noFill/>
          <a:ln w="0">
            <a:noFill/>
          </a:ln>
        </p:spPr>
        <p:style>
          <a:lnRef idx="0"/>
          <a:fillRef idx="0"/>
          <a:effectRef idx="0"/>
          <a:fontRef idx="minor"/>
        </p:style>
        <p:txBody>
          <a:bodyPr lIns="90000" rIns="90000" tIns="45000" bIns="45000" anchor="t">
            <a:spAutoFit/>
          </a:bodyPr>
          <a:p>
            <a:pPr>
              <a:lnSpc>
                <a:spcPct val="150000"/>
              </a:lnSpc>
              <a:tabLst>
                <a:tab algn="l" pos="0"/>
              </a:tabLst>
            </a:pPr>
            <a:r>
              <a:rPr b="1" lang="en-US" sz="2400" spc="-1" strike="noStrike">
                <a:solidFill>
                  <a:srgbClr val="0070c0"/>
                </a:solidFill>
                <a:latin typeface="Arial"/>
                <a:ea typeface="Arial"/>
              </a:rPr>
              <a:t>INTRODUCTION TO SOFTWARE ENGINEERING</a:t>
            </a:r>
            <a:endParaRPr b="0" lang="en-US" sz="2400" spc="-1" strike="noStrike">
              <a:solidFill>
                <a:srgbClr val="000000"/>
              </a:solidFill>
              <a:latin typeface="Arial"/>
            </a:endParaRPr>
          </a:p>
        </p:txBody>
      </p:sp>
      <p:cxnSp>
        <p:nvCxnSpPr>
          <p:cNvPr id="77" name="Google Shape;164;p59"/>
          <p:cNvCxnSpPr/>
          <p:nvPr/>
        </p:nvCxnSpPr>
        <p:spPr>
          <a:xfrm>
            <a:off x="13680" y="1120320"/>
            <a:ext cx="4559400" cy="1080"/>
          </a:xfrm>
          <a:prstGeom prst="straightConnector1">
            <a:avLst/>
          </a:prstGeom>
          <a:ln w="38100">
            <a:solidFill>
              <a:srgbClr val="dfa267"/>
            </a:solidFill>
            <a:round/>
          </a:ln>
        </p:spPr>
      </p:cxnSp>
      <p:sp>
        <p:nvSpPr>
          <p:cNvPr id="78" name="PlaceHolder 1"/>
          <p:cNvSpPr>
            <a:spLocks noGrp="1"/>
          </p:cNvSpPr>
          <p:nvPr>
            <p:ph type="ftr" idx="37"/>
          </p:nvPr>
        </p:nvSpPr>
        <p:spPr>
          <a:xfrm>
            <a:off x="3029040" y="6356520"/>
            <a:ext cx="30852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79" name="PlaceHolder 2"/>
          <p:cNvSpPr>
            <a:spLocks noGrp="1"/>
          </p:cNvSpPr>
          <p:nvPr>
            <p:ph type="sldNum" idx="38"/>
          </p:nvPr>
        </p:nvSpPr>
        <p:spPr>
          <a:xfrm>
            <a:off x="6458040" y="6356520"/>
            <a:ext cx="2056320" cy="36396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BAB45AA0-F57A-4A6F-A1EC-7F22700E839C}"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sp>
        <p:nvSpPr>
          <p:cNvPr id="80" name="PlaceHolder 3"/>
          <p:cNvSpPr>
            <a:spLocks noGrp="1"/>
          </p:cNvSpPr>
          <p:nvPr>
            <p:ph type="dt" idx="39"/>
          </p:nvPr>
        </p:nvSpPr>
        <p:spPr>
          <a:xfrm>
            <a:off x="628560" y="6356520"/>
            <a:ext cx="205632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3" r:id="rId3"/>
  </p:sldLayoutIdLst>
</p:sldMaster>
</file>

<file path=ppt/slideMasters/slideMaster1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81" name="Google Shape;169;p60" descr=""/>
          <p:cNvPicPr/>
          <p:nvPr/>
        </p:nvPicPr>
        <p:blipFill>
          <a:blip r:embed="rId2"/>
          <a:stretch/>
        </p:blipFill>
        <p:spPr>
          <a:xfrm>
            <a:off x="8289720" y="136440"/>
            <a:ext cx="698400" cy="1401120"/>
          </a:xfrm>
          <a:prstGeom prst="rect">
            <a:avLst/>
          </a:prstGeom>
          <a:ln w="0">
            <a:noFill/>
          </a:ln>
        </p:spPr>
      </p:pic>
      <p:sp>
        <p:nvSpPr>
          <p:cNvPr id="82" name="Google Shape;170;p60"/>
          <p:cNvSpPr/>
          <p:nvPr/>
        </p:nvSpPr>
        <p:spPr>
          <a:xfrm>
            <a:off x="70920" y="0"/>
            <a:ext cx="6766200" cy="1186920"/>
          </a:xfrm>
          <a:prstGeom prst="rect">
            <a:avLst/>
          </a:prstGeom>
          <a:noFill/>
          <a:ln w="0">
            <a:noFill/>
          </a:ln>
        </p:spPr>
        <p:style>
          <a:lnRef idx="0"/>
          <a:fillRef idx="0"/>
          <a:effectRef idx="0"/>
          <a:fontRef idx="minor"/>
        </p:style>
        <p:txBody>
          <a:bodyPr lIns="90000" rIns="90000" tIns="45000" bIns="45000" anchor="t">
            <a:spAutoFit/>
          </a:bodyPr>
          <a:p>
            <a:pPr>
              <a:lnSpc>
                <a:spcPct val="150000"/>
              </a:lnSpc>
              <a:tabLst>
                <a:tab algn="l" pos="0"/>
              </a:tabLst>
            </a:pPr>
            <a:r>
              <a:rPr b="1" lang="en-US" sz="2400" spc="-1" strike="noStrike">
                <a:solidFill>
                  <a:srgbClr val="0070c0"/>
                </a:solidFill>
                <a:latin typeface="Arial"/>
                <a:ea typeface="Arial"/>
              </a:rPr>
              <a:t>INTRODUCTION TO SOFTWARE ENGINEERING</a:t>
            </a:r>
            <a:endParaRPr b="0" lang="en-US" sz="2400" spc="-1" strike="noStrike">
              <a:solidFill>
                <a:srgbClr val="000000"/>
              </a:solidFill>
              <a:latin typeface="Arial"/>
            </a:endParaRPr>
          </a:p>
        </p:txBody>
      </p:sp>
      <p:cxnSp>
        <p:nvCxnSpPr>
          <p:cNvPr id="83" name="Google Shape;171;p60"/>
          <p:cNvCxnSpPr/>
          <p:nvPr/>
        </p:nvCxnSpPr>
        <p:spPr>
          <a:xfrm>
            <a:off x="13680" y="1120320"/>
            <a:ext cx="4559400" cy="1080"/>
          </a:xfrm>
          <a:prstGeom prst="straightConnector1">
            <a:avLst/>
          </a:prstGeom>
          <a:ln w="38100">
            <a:solidFill>
              <a:srgbClr val="dfa267"/>
            </a:solidFill>
            <a:round/>
          </a:ln>
        </p:spPr>
      </p:cxnSp>
      <p:sp>
        <p:nvSpPr>
          <p:cNvPr id="84" name="PlaceHolder 1"/>
          <p:cNvSpPr>
            <a:spLocks noGrp="1"/>
          </p:cNvSpPr>
          <p:nvPr>
            <p:ph type="ftr" idx="40"/>
          </p:nvPr>
        </p:nvSpPr>
        <p:spPr>
          <a:xfrm>
            <a:off x="3029040" y="6356520"/>
            <a:ext cx="30852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85" name="PlaceHolder 2"/>
          <p:cNvSpPr>
            <a:spLocks noGrp="1"/>
          </p:cNvSpPr>
          <p:nvPr>
            <p:ph type="sldNum" idx="41"/>
          </p:nvPr>
        </p:nvSpPr>
        <p:spPr>
          <a:xfrm>
            <a:off x="6458040" y="6356520"/>
            <a:ext cx="2056320" cy="36396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05A3D468-2001-4C60-9CDF-E2D96BEECD01}"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sp>
        <p:nvSpPr>
          <p:cNvPr id="86" name="PlaceHolder 3"/>
          <p:cNvSpPr>
            <a:spLocks noGrp="1"/>
          </p:cNvSpPr>
          <p:nvPr>
            <p:ph type="dt" idx="42"/>
          </p:nvPr>
        </p:nvSpPr>
        <p:spPr>
          <a:xfrm>
            <a:off x="628560" y="6356520"/>
            <a:ext cx="205632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5" r:id="rId3"/>
  </p:sldLayoutIdLst>
</p:sldMaster>
</file>

<file path=ppt/slideMasters/slideMaster1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87" name="PlaceHolder 1"/>
          <p:cNvSpPr>
            <a:spLocks noGrp="1"/>
          </p:cNvSpPr>
          <p:nvPr>
            <p:ph type="title"/>
          </p:nvPr>
        </p:nvSpPr>
        <p:spPr>
          <a:xfrm>
            <a:off x="628560" y="365040"/>
            <a:ext cx="7885800" cy="132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88" name="PlaceHolder 2"/>
          <p:cNvSpPr>
            <a:spLocks noGrp="1"/>
          </p:cNvSpPr>
          <p:nvPr>
            <p:ph type="body"/>
          </p:nvPr>
        </p:nvSpPr>
        <p:spPr>
          <a:xfrm>
            <a:off x="457200" y="1219320"/>
            <a:ext cx="8228520" cy="49366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89" name="PlaceHolder 3"/>
          <p:cNvSpPr>
            <a:spLocks noGrp="1"/>
          </p:cNvSpPr>
          <p:nvPr>
            <p:ph type="body"/>
          </p:nvPr>
        </p:nvSpPr>
        <p:spPr>
          <a:xfrm>
            <a:off x="457200" y="1219320"/>
            <a:ext cx="8228520" cy="49366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90" name="PlaceHolder 4"/>
          <p:cNvSpPr>
            <a:spLocks noGrp="1"/>
          </p:cNvSpPr>
          <p:nvPr>
            <p:ph type="ftr" idx="43"/>
          </p:nvPr>
        </p:nvSpPr>
        <p:spPr>
          <a:xfrm>
            <a:off x="2362320" y="6400800"/>
            <a:ext cx="4037400" cy="4561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7" r:id="rId2"/>
  </p:sldLayoutIdLst>
</p:sldMaster>
</file>

<file path=ppt/slideMasters/slideMaster1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94" name="PlaceHolder 1"/>
          <p:cNvSpPr>
            <a:spLocks noGrp="1"/>
          </p:cNvSpPr>
          <p:nvPr>
            <p:ph type="ftr" idx="44"/>
          </p:nvPr>
        </p:nvSpPr>
        <p:spPr>
          <a:xfrm>
            <a:off x="3657600" y="6243480"/>
            <a:ext cx="2894400" cy="4561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95" name="PlaceHolder 2"/>
          <p:cNvSpPr>
            <a:spLocks noGrp="1"/>
          </p:cNvSpPr>
          <p:nvPr>
            <p:ph type="sldNum" idx="45"/>
          </p:nvPr>
        </p:nvSpPr>
        <p:spPr>
          <a:xfrm>
            <a:off x="7042320" y="6243480"/>
            <a:ext cx="1904040" cy="456120"/>
          </a:xfrm>
          <a:prstGeom prst="rect">
            <a:avLst/>
          </a:prstGeom>
          <a:noFill/>
          <a:ln w="0">
            <a:noFill/>
          </a:ln>
        </p:spPr>
        <p:txBody>
          <a:bodyPr lIns="91440" rIns="91440" tIns="45720" bIns="45720" anchor="t">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D5DC6D4F-6692-4F6C-A067-385DF9EEDDC6}"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sp>
        <p:nvSpPr>
          <p:cNvPr id="96" name="PlaceHolder 3"/>
          <p:cNvSpPr>
            <a:spLocks noGrp="1"/>
          </p:cNvSpPr>
          <p:nvPr>
            <p:ph type="dt" idx="46"/>
          </p:nvPr>
        </p:nvSpPr>
        <p:spPr>
          <a:xfrm>
            <a:off x="1162080" y="6243480"/>
            <a:ext cx="1904040" cy="4561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9" r:id="rId2"/>
  </p:sldLayoutIdLst>
</p:sldMaster>
</file>

<file path=ppt/slideMasters/slideMaster1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97" name="PlaceHolder 1"/>
          <p:cNvSpPr>
            <a:spLocks noGrp="1"/>
          </p:cNvSpPr>
          <p:nvPr>
            <p:ph type="title"/>
          </p:nvPr>
        </p:nvSpPr>
        <p:spPr>
          <a:xfrm>
            <a:off x="628560" y="365040"/>
            <a:ext cx="7885800" cy="132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98" name="PlaceHolder 2"/>
          <p:cNvSpPr>
            <a:spLocks noGrp="1"/>
          </p:cNvSpPr>
          <p:nvPr>
            <p:ph type="body"/>
          </p:nvPr>
        </p:nvSpPr>
        <p:spPr>
          <a:xfrm>
            <a:off x="457200" y="1219320"/>
            <a:ext cx="8228520" cy="49366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99" name="PlaceHolder 3"/>
          <p:cNvSpPr>
            <a:spLocks noGrp="1"/>
          </p:cNvSpPr>
          <p:nvPr>
            <p:ph type="body"/>
          </p:nvPr>
        </p:nvSpPr>
        <p:spPr>
          <a:xfrm>
            <a:off x="457200" y="1219320"/>
            <a:ext cx="8228520" cy="49366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00" name="PlaceHolder 4"/>
          <p:cNvSpPr>
            <a:spLocks noGrp="1"/>
          </p:cNvSpPr>
          <p:nvPr>
            <p:ph type="ftr" idx="47"/>
          </p:nvPr>
        </p:nvSpPr>
        <p:spPr>
          <a:xfrm>
            <a:off x="2362320" y="6400800"/>
            <a:ext cx="4037400" cy="4561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81" r:id="rId2"/>
  </p:sldLayoutIdLst>
</p:sldMaster>
</file>

<file path=ppt/slideMasters/slideMaster1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04" name="PlaceHolder 1"/>
          <p:cNvSpPr>
            <a:spLocks noGrp="1"/>
          </p:cNvSpPr>
          <p:nvPr>
            <p:ph type="title"/>
          </p:nvPr>
        </p:nvSpPr>
        <p:spPr>
          <a:xfrm>
            <a:off x="628560" y="365040"/>
            <a:ext cx="7885800" cy="132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05" name="PlaceHolder 2"/>
          <p:cNvSpPr>
            <a:spLocks noGrp="1"/>
          </p:cNvSpPr>
          <p:nvPr>
            <p:ph type="ftr" idx="48"/>
          </p:nvPr>
        </p:nvSpPr>
        <p:spPr>
          <a:xfrm>
            <a:off x="3029040" y="6356520"/>
            <a:ext cx="30852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06" name="PlaceHolder 3"/>
          <p:cNvSpPr>
            <a:spLocks noGrp="1"/>
          </p:cNvSpPr>
          <p:nvPr>
            <p:ph type="sldNum" idx="49"/>
          </p:nvPr>
        </p:nvSpPr>
        <p:spPr>
          <a:xfrm>
            <a:off x="6458040" y="6356520"/>
            <a:ext cx="2056320" cy="36396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6B7DE43D-B7AD-461E-ACB8-8A7423A1ED2F}"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sp>
        <p:nvSpPr>
          <p:cNvPr id="107" name="PlaceHolder 4"/>
          <p:cNvSpPr>
            <a:spLocks noGrp="1"/>
          </p:cNvSpPr>
          <p:nvPr>
            <p:ph type="dt" idx="50"/>
          </p:nvPr>
        </p:nvSpPr>
        <p:spPr>
          <a:xfrm>
            <a:off x="628560" y="6356520"/>
            <a:ext cx="205632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83" r:id="rId2"/>
  </p:sldLayoutIdLst>
</p:sldMaster>
</file>

<file path=ppt/slideMasters/slideMaster1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109" name="Google Shape;37;p42" descr=""/>
          <p:cNvPicPr/>
          <p:nvPr/>
        </p:nvPicPr>
        <p:blipFill>
          <a:blip r:embed="rId2"/>
          <a:stretch/>
        </p:blipFill>
        <p:spPr>
          <a:xfrm>
            <a:off x="8289720" y="136440"/>
            <a:ext cx="698400" cy="1401120"/>
          </a:xfrm>
          <a:prstGeom prst="rect">
            <a:avLst/>
          </a:prstGeom>
          <a:ln w="0">
            <a:noFill/>
          </a:ln>
        </p:spPr>
      </p:pic>
      <p:sp>
        <p:nvSpPr>
          <p:cNvPr id="110" name="Google Shape;38;p42"/>
          <p:cNvSpPr/>
          <p:nvPr/>
        </p:nvSpPr>
        <p:spPr>
          <a:xfrm>
            <a:off x="14040" y="0"/>
            <a:ext cx="6766200" cy="638280"/>
          </a:xfrm>
          <a:prstGeom prst="rect">
            <a:avLst/>
          </a:prstGeom>
          <a:noFill/>
          <a:ln w="0">
            <a:noFill/>
          </a:ln>
        </p:spPr>
        <p:style>
          <a:lnRef idx="0"/>
          <a:fillRef idx="0"/>
          <a:effectRef idx="0"/>
          <a:fontRef idx="minor"/>
        </p:style>
        <p:txBody>
          <a:bodyPr lIns="90000" rIns="90000" tIns="45000" bIns="45000" anchor="t">
            <a:spAutoFit/>
          </a:bodyPr>
          <a:p>
            <a:pPr>
              <a:lnSpc>
                <a:spcPct val="150000"/>
              </a:lnSpc>
              <a:tabLst>
                <a:tab algn="l" pos="0"/>
              </a:tabLst>
            </a:pPr>
            <a:r>
              <a:rPr b="1" lang="en-US" sz="2400" spc="-1" strike="noStrike">
                <a:solidFill>
                  <a:srgbClr val="0070c0"/>
                </a:solidFill>
                <a:latin typeface="Calibri"/>
                <a:ea typeface="Calibri"/>
              </a:rPr>
              <a:t>Behavioral Models for Solving a Problem</a:t>
            </a:r>
            <a:endParaRPr b="0" lang="en-US" sz="2400" spc="-1" strike="noStrike">
              <a:solidFill>
                <a:srgbClr val="000000"/>
              </a:solidFill>
              <a:latin typeface="Arial"/>
            </a:endParaRPr>
          </a:p>
        </p:txBody>
      </p:sp>
      <p:cxnSp>
        <p:nvCxnSpPr>
          <p:cNvPr id="111" name="Google Shape;39;p42"/>
          <p:cNvCxnSpPr/>
          <p:nvPr/>
        </p:nvCxnSpPr>
        <p:spPr>
          <a:xfrm>
            <a:off x="13680" y="1087560"/>
            <a:ext cx="4364280" cy="1080"/>
          </a:xfrm>
          <a:prstGeom prst="straightConnector1">
            <a:avLst/>
          </a:prstGeom>
          <a:ln w="38100">
            <a:solidFill>
              <a:srgbClr val="dfa267"/>
            </a:solidFill>
            <a:miter/>
          </a:ln>
        </p:spPr>
      </p:cxnSp>
      <p:sp>
        <p:nvSpPr>
          <p:cNvPr id="112" name="PlaceHolder 1"/>
          <p:cNvSpPr>
            <a:spLocks noGrp="1"/>
          </p:cNvSpPr>
          <p:nvPr>
            <p:ph type="ftr" idx="51"/>
          </p:nvPr>
        </p:nvSpPr>
        <p:spPr>
          <a:xfrm>
            <a:off x="3029040" y="6356520"/>
            <a:ext cx="30852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13" name="PlaceHolder 2"/>
          <p:cNvSpPr>
            <a:spLocks noGrp="1"/>
          </p:cNvSpPr>
          <p:nvPr>
            <p:ph type="sldNum" idx="52"/>
          </p:nvPr>
        </p:nvSpPr>
        <p:spPr>
          <a:xfrm>
            <a:off x="6458040" y="6356520"/>
            <a:ext cx="2056320" cy="36396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5C81D5B6-00F2-4218-BDDA-72A9EFDA3EDD}"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sp>
        <p:nvSpPr>
          <p:cNvPr id="114" name="PlaceHolder 3"/>
          <p:cNvSpPr>
            <a:spLocks noGrp="1"/>
          </p:cNvSpPr>
          <p:nvPr>
            <p:ph type="dt" idx="53"/>
          </p:nvPr>
        </p:nvSpPr>
        <p:spPr>
          <a:xfrm>
            <a:off x="628560" y="6356520"/>
            <a:ext cx="205632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85" r:id="rId3"/>
  </p:sldLayoutIdLst>
</p:sldMaster>
</file>

<file path=ppt/slideMasters/slideMaster2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115" name="Google Shape;44;p43" descr=""/>
          <p:cNvPicPr/>
          <p:nvPr/>
        </p:nvPicPr>
        <p:blipFill>
          <a:blip r:embed="rId2"/>
          <a:stretch/>
        </p:blipFill>
        <p:spPr>
          <a:xfrm>
            <a:off x="1112760" y="1785240"/>
            <a:ext cx="1777680" cy="3553200"/>
          </a:xfrm>
          <a:prstGeom prst="rect">
            <a:avLst/>
          </a:prstGeom>
          <a:ln w="0">
            <a:noFill/>
          </a:ln>
        </p:spPr>
      </p:pic>
      <p:cxnSp>
        <p:nvCxnSpPr>
          <p:cNvPr id="116" name="Google Shape;45;p43"/>
          <p:cNvCxnSpPr/>
          <p:nvPr/>
        </p:nvCxnSpPr>
        <p:spPr>
          <a:xfrm>
            <a:off x="3440880" y="2763720"/>
            <a:ext cx="3437280" cy="1080"/>
          </a:xfrm>
          <a:prstGeom prst="straightConnector1">
            <a:avLst/>
          </a:prstGeom>
          <a:ln w="38100">
            <a:solidFill>
              <a:srgbClr val="dfa267"/>
            </a:solidFill>
            <a:miter/>
          </a:ln>
        </p:spPr>
      </p:cxnSp>
      <p:sp>
        <p:nvSpPr>
          <p:cNvPr id="117" name="Google Shape;46;p43"/>
          <p:cNvSpPr/>
          <p:nvPr/>
        </p:nvSpPr>
        <p:spPr>
          <a:xfrm>
            <a:off x="3370320" y="1965240"/>
            <a:ext cx="2343600" cy="577440"/>
          </a:xfrm>
          <a:prstGeom prst="rect">
            <a:avLst/>
          </a:prstGeom>
          <a:noFill/>
          <a:ln w="0">
            <a:noFill/>
          </a:ln>
        </p:spPr>
        <p:style>
          <a:lnRef idx="0"/>
          <a:fillRef idx="0"/>
          <a:effectRef idx="0"/>
          <a:fontRef idx="minor"/>
        </p:style>
        <p:txBody>
          <a:bodyPr lIns="90000" rIns="90000" tIns="45000" bIns="45000" anchor="t">
            <a:spAutoFit/>
          </a:bodyPr>
          <a:p>
            <a:pPr>
              <a:lnSpc>
                <a:spcPct val="100000"/>
              </a:lnSpc>
              <a:tabLst>
                <a:tab algn="l" pos="0"/>
              </a:tabLst>
            </a:pPr>
            <a:r>
              <a:rPr b="1" lang="en-US" sz="3200" spc="-1" strike="noStrike">
                <a:solidFill>
                  <a:srgbClr val="f4b350"/>
                </a:solidFill>
                <a:latin typeface="Calibri"/>
                <a:ea typeface="Calibri"/>
              </a:rPr>
              <a:t>THANK YOU</a:t>
            </a:r>
            <a:endParaRPr b="0" lang="en-US" sz="3200" spc="-1" strike="noStrike">
              <a:solidFill>
                <a:srgbClr val="000000"/>
              </a:solidFill>
              <a:latin typeface="Arial"/>
            </a:endParaRPr>
          </a:p>
        </p:txBody>
      </p:sp>
      <p:sp>
        <p:nvSpPr>
          <p:cNvPr id="118" name="Google Shape;47;p43"/>
          <p:cNvSpPr/>
          <p:nvPr/>
        </p:nvSpPr>
        <p:spPr>
          <a:xfrm>
            <a:off x="3440880" y="2890440"/>
            <a:ext cx="5621760" cy="1065240"/>
          </a:xfrm>
          <a:prstGeom prst="rect">
            <a:avLst/>
          </a:prstGeom>
          <a:noFill/>
          <a:ln w="0">
            <a:noFill/>
          </a:ln>
        </p:spPr>
        <p:style>
          <a:lnRef idx="0"/>
          <a:fillRef idx="0"/>
          <a:effectRef idx="0"/>
          <a:fontRef idx="minor"/>
        </p:style>
        <p:txBody>
          <a:bodyPr lIns="90000" rIns="90000" tIns="45000" bIns="45000" anchor="t">
            <a:spAutoFit/>
          </a:bodyPr>
          <a:p>
            <a:pPr>
              <a:lnSpc>
                <a:spcPct val="100000"/>
              </a:lnSpc>
              <a:tabLst>
                <a:tab algn="l" pos="0"/>
              </a:tabLst>
            </a:pPr>
            <a:r>
              <a:rPr b="1" lang="en-US" sz="2400" spc="-1" strike="noStrike">
                <a:solidFill>
                  <a:schemeClr val="dk1"/>
                </a:solidFill>
                <a:latin typeface="Calibri"/>
                <a:ea typeface="Calibri"/>
              </a:rPr>
              <a:t>Dr. H. L. Phalachandra</a:t>
            </a:r>
            <a:endParaRPr b="0" lang="en-US" sz="2400" spc="-1" strike="noStrike">
              <a:solidFill>
                <a:srgbClr val="000000"/>
              </a:solidFill>
              <a:latin typeface="Arial"/>
            </a:endParaRPr>
          </a:p>
          <a:p>
            <a:pPr>
              <a:lnSpc>
                <a:spcPct val="100000"/>
              </a:lnSpc>
              <a:tabLst>
                <a:tab algn="l" pos="0"/>
              </a:tabLst>
            </a:pPr>
            <a:r>
              <a:rPr b="0" lang="en-US" sz="2000" spc="-1" strike="noStrike">
                <a:solidFill>
                  <a:schemeClr val="dk1"/>
                </a:solidFill>
                <a:latin typeface="Calibri"/>
                <a:ea typeface="Calibri"/>
              </a:rPr>
              <a:t>Department of Computer Science and Engineering</a:t>
            </a:r>
            <a:endParaRPr b="0" lang="en-US" sz="2000" spc="-1" strike="noStrike">
              <a:solidFill>
                <a:srgbClr val="000000"/>
              </a:solidFill>
              <a:latin typeface="Arial"/>
            </a:endParaRPr>
          </a:p>
          <a:p>
            <a:pPr>
              <a:lnSpc>
                <a:spcPct val="100000"/>
              </a:lnSpc>
              <a:tabLst>
                <a:tab algn="l" pos="0"/>
              </a:tabLst>
            </a:pPr>
            <a:r>
              <a:rPr b="0" lang="en-US" sz="2000" spc="-1" strike="noStrike" u="sng">
                <a:solidFill>
                  <a:schemeClr val="dk1"/>
                </a:solidFill>
                <a:uFillTx/>
                <a:latin typeface="Calibri"/>
                <a:ea typeface="Calibri"/>
                <a:hlinkClick r:id="rId3"/>
              </a:rPr>
              <a:t>phalachandra@pes.edu</a:t>
            </a:r>
            <a:endParaRPr b="0" lang="en-US" sz="2000" spc="-1" strike="noStrike">
              <a:solidFill>
                <a:srgbClr val="000000"/>
              </a:solidFill>
              <a:latin typeface="Arial"/>
            </a:endParaRPr>
          </a:p>
        </p:txBody>
      </p:sp>
      <p:sp>
        <p:nvSpPr>
          <p:cNvPr id="119" name="PlaceHolder 1"/>
          <p:cNvSpPr>
            <a:spLocks noGrp="1"/>
          </p:cNvSpPr>
          <p:nvPr>
            <p:ph type="ftr" idx="54"/>
          </p:nvPr>
        </p:nvSpPr>
        <p:spPr>
          <a:xfrm>
            <a:off x="3029040" y="6356520"/>
            <a:ext cx="30852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20" name="PlaceHolder 2"/>
          <p:cNvSpPr>
            <a:spLocks noGrp="1"/>
          </p:cNvSpPr>
          <p:nvPr>
            <p:ph type="sldNum" idx="55"/>
          </p:nvPr>
        </p:nvSpPr>
        <p:spPr>
          <a:xfrm>
            <a:off x="6458040" y="6356520"/>
            <a:ext cx="2056320" cy="36396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EDEF0ED5-DC24-4B1C-BBC9-E69905694EE5}"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sp>
        <p:nvSpPr>
          <p:cNvPr id="121" name="PlaceHolder 3"/>
          <p:cNvSpPr>
            <a:spLocks noGrp="1"/>
          </p:cNvSpPr>
          <p:nvPr>
            <p:ph type="dt" idx="56"/>
          </p:nvPr>
        </p:nvSpPr>
        <p:spPr>
          <a:xfrm>
            <a:off x="628560" y="6356520"/>
            <a:ext cx="205632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87" r:id="rId4"/>
  </p:sldLayoutIdLst>
</p:sldMaster>
</file>

<file path=ppt/slideMasters/slideMaster2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22" name="PlaceHolder 1"/>
          <p:cNvSpPr>
            <a:spLocks noGrp="1"/>
          </p:cNvSpPr>
          <p:nvPr>
            <p:ph type="ftr" idx="57"/>
          </p:nvPr>
        </p:nvSpPr>
        <p:spPr>
          <a:xfrm>
            <a:off x="3029040" y="6356520"/>
            <a:ext cx="30852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23" name="PlaceHolder 2"/>
          <p:cNvSpPr>
            <a:spLocks noGrp="1"/>
          </p:cNvSpPr>
          <p:nvPr>
            <p:ph type="sldNum" idx="58"/>
          </p:nvPr>
        </p:nvSpPr>
        <p:spPr>
          <a:xfrm>
            <a:off x="6458040" y="6356520"/>
            <a:ext cx="2056320" cy="36396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C5D54BF4-47A8-49DB-81E1-9D2B32C7D5E1}"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sp>
        <p:nvSpPr>
          <p:cNvPr id="124" name="PlaceHolder 3"/>
          <p:cNvSpPr>
            <a:spLocks noGrp="1"/>
          </p:cNvSpPr>
          <p:nvPr>
            <p:ph type="dt" idx="59"/>
          </p:nvPr>
        </p:nvSpPr>
        <p:spPr>
          <a:xfrm>
            <a:off x="628560" y="6356520"/>
            <a:ext cx="205632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89" r:id="rId2"/>
  </p:sldLayoutIdLst>
</p:sldMaster>
</file>

<file path=ppt/slideMasters/slideMaster2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125" name="Google Shape;61;p45" descr=""/>
          <p:cNvPicPr/>
          <p:nvPr/>
        </p:nvPicPr>
        <p:blipFill>
          <a:blip r:embed="rId2"/>
          <a:stretch/>
        </p:blipFill>
        <p:spPr>
          <a:xfrm>
            <a:off x="8305560" y="136440"/>
            <a:ext cx="698400" cy="1401120"/>
          </a:xfrm>
          <a:prstGeom prst="rect">
            <a:avLst/>
          </a:prstGeom>
          <a:ln w="0">
            <a:noFill/>
          </a:ln>
        </p:spPr>
      </p:pic>
      <p:sp>
        <p:nvSpPr>
          <p:cNvPr id="126" name="PlaceHolder 1"/>
          <p:cNvSpPr>
            <a:spLocks noGrp="1"/>
          </p:cNvSpPr>
          <p:nvPr>
            <p:ph type="ftr" idx="60"/>
          </p:nvPr>
        </p:nvSpPr>
        <p:spPr>
          <a:xfrm>
            <a:off x="3029040" y="6356520"/>
            <a:ext cx="30852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27" name="PlaceHolder 2"/>
          <p:cNvSpPr>
            <a:spLocks noGrp="1"/>
          </p:cNvSpPr>
          <p:nvPr>
            <p:ph type="sldNum" idx="61"/>
          </p:nvPr>
        </p:nvSpPr>
        <p:spPr>
          <a:xfrm>
            <a:off x="6458040" y="6356520"/>
            <a:ext cx="2056320" cy="36396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B9BCF51A-392E-4DBA-BC7D-C755C5282CF6}"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sp>
        <p:nvSpPr>
          <p:cNvPr id="128" name="PlaceHolder 3"/>
          <p:cNvSpPr>
            <a:spLocks noGrp="1"/>
          </p:cNvSpPr>
          <p:nvPr>
            <p:ph type="dt" idx="62"/>
          </p:nvPr>
        </p:nvSpPr>
        <p:spPr>
          <a:xfrm>
            <a:off x="628560" y="6356520"/>
            <a:ext cx="205632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91" r:id="rId3"/>
  </p:sldLayoutIdLst>
</p:sldMaster>
</file>

<file path=ppt/slideMasters/slideMaster2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29" name="PlaceHolder 1"/>
          <p:cNvSpPr>
            <a:spLocks noGrp="1"/>
          </p:cNvSpPr>
          <p:nvPr>
            <p:ph type="ftr" idx="63"/>
          </p:nvPr>
        </p:nvSpPr>
        <p:spPr>
          <a:xfrm>
            <a:off x="3029040" y="6356520"/>
            <a:ext cx="30852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30" name="PlaceHolder 2"/>
          <p:cNvSpPr>
            <a:spLocks noGrp="1"/>
          </p:cNvSpPr>
          <p:nvPr>
            <p:ph type="sldNum" idx="64"/>
          </p:nvPr>
        </p:nvSpPr>
        <p:spPr>
          <a:xfrm>
            <a:off x="6458040" y="6356520"/>
            <a:ext cx="2056320" cy="36396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F0B1B3AF-267E-4D4D-95AF-3414D9F4A434}"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sp>
        <p:nvSpPr>
          <p:cNvPr id="131" name="PlaceHolder 3"/>
          <p:cNvSpPr>
            <a:spLocks noGrp="1"/>
          </p:cNvSpPr>
          <p:nvPr>
            <p:ph type="dt" idx="65"/>
          </p:nvPr>
        </p:nvSpPr>
        <p:spPr>
          <a:xfrm>
            <a:off x="628560" y="6356520"/>
            <a:ext cx="205632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93" r:id="rId2"/>
  </p:sldLayoutIdLst>
</p:sldMaster>
</file>

<file path=ppt/slideMasters/slideMaster2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32" name="PlaceHolder 1"/>
          <p:cNvSpPr>
            <a:spLocks noGrp="1"/>
          </p:cNvSpPr>
          <p:nvPr>
            <p:ph type="ftr" idx="66"/>
          </p:nvPr>
        </p:nvSpPr>
        <p:spPr>
          <a:xfrm>
            <a:off x="3029040" y="6356520"/>
            <a:ext cx="30852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33" name="PlaceHolder 2"/>
          <p:cNvSpPr>
            <a:spLocks noGrp="1"/>
          </p:cNvSpPr>
          <p:nvPr>
            <p:ph type="sldNum" idx="67"/>
          </p:nvPr>
        </p:nvSpPr>
        <p:spPr>
          <a:xfrm>
            <a:off x="6458040" y="6356520"/>
            <a:ext cx="2056320" cy="36396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19423C74-5E05-4FCE-AEEF-1626FD100885}"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sp>
        <p:nvSpPr>
          <p:cNvPr id="134" name="PlaceHolder 3"/>
          <p:cNvSpPr>
            <a:spLocks noGrp="1"/>
          </p:cNvSpPr>
          <p:nvPr>
            <p:ph type="dt" idx="68"/>
          </p:nvPr>
        </p:nvSpPr>
        <p:spPr>
          <a:xfrm>
            <a:off x="628560" y="6356520"/>
            <a:ext cx="205632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95" r:id="rId2"/>
  </p:sldLayoutIdLst>
</p:sldMaster>
</file>

<file path=ppt/slideMasters/slideMaster2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35" name="PlaceHolder 1"/>
          <p:cNvSpPr>
            <a:spLocks noGrp="1"/>
          </p:cNvSpPr>
          <p:nvPr>
            <p:ph type="ftr" idx="69"/>
          </p:nvPr>
        </p:nvSpPr>
        <p:spPr>
          <a:xfrm>
            <a:off x="3029040" y="6356520"/>
            <a:ext cx="30852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36" name="PlaceHolder 2"/>
          <p:cNvSpPr>
            <a:spLocks noGrp="1"/>
          </p:cNvSpPr>
          <p:nvPr>
            <p:ph type="sldNum" idx="70"/>
          </p:nvPr>
        </p:nvSpPr>
        <p:spPr>
          <a:xfrm>
            <a:off x="6458040" y="6356520"/>
            <a:ext cx="2056320" cy="36396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481E5968-8971-43A0-9F25-1D398929853C}"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sp>
        <p:nvSpPr>
          <p:cNvPr id="137" name="PlaceHolder 3"/>
          <p:cNvSpPr>
            <a:spLocks noGrp="1"/>
          </p:cNvSpPr>
          <p:nvPr>
            <p:ph type="dt" idx="71"/>
          </p:nvPr>
        </p:nvSpPr>
        <p:spPr>
          <a:xfrm>
            <a:off x="628560" y="6356520"/>
            <a:ext cx="205632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97"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
</Relationships>
</file>

<file path=ppt/slides/_rels/slide9.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44" name="Google Shape;196;p2"/>
          <p:cNvGrpSpPr/>
          <p:nvPr/>
        </p:nvGrpSpPr>
        <p:grpSpPr>
          <a:xfrm>
            <a:off x="236520" y="4975560"/>
            <a:ext cx="799200" cy="806400"/>
            <a:chOff x="236520" y="4975560"/>
            <a:chExt cx="799200" cy="806400"/>
          </a:xfrm>
        </p:grpSpPr>
        <p:sp>
          <p:nvSpPr>
            <p:cNvPr id="145" name="Google Shape;197;p2"/>
            <p:cNvSpPr/>
            <p:nvPr/>
          </p:nvSpPr>
          <p:spPr>
            <a:xfrm rot="5400000">
              <a:off x="619560" y="5365800"/>
              <a:ext cx="33120" cy="799200"/>
            </a:xfrm>
            <a:prstGeom prst="rect">
              <a:avLst/>
            </a:prstGeom>
            <a:solidFill>
              <a:srgbClr val="c55a11"/>
            </a:solidFill>
            <a:ln w="0">
              <a:noFill/>
            </a:ln>
          </p:spPr>
          <p:style>
            <a:lnRef idx="0"/>
            <a:fillRef idx="0"/>
            <a:effectRef idx="0"/>
            <a:fontRef idx="minor"/>
          </p:style>
          <p:txBody>
            <a:bodyPr lIns="68400" rIns="68400" tIns="34200" bIns="34200" anchor="ctr">
              <a:noAutofit/>
            </a:bodyPr>
            <a:p>
              <a:pPr algn="ctr">
                <a:lnSpc>
                  <a:spcPct val="100000"/>
                </a:lnSpc>
                <a:tabLst>
                  <a:tab algn="l" pos="0"/>
                </a:tabLst>
              </a:pPr>
              <a:endParaRPr b="0" lang="en-US" sz="1350" spc="-1" strike="noStrike">
                <a:solidFill>
                  <a:schemeClr val="lt1"/>
                </a:solidFill>
                <a:latin typeface="Calibri"/>
                <a:ea typeface="Calibri"/>
              </a:endParaRPr>
            </a:p>
          </p:txBody>
        </p:sp>
        <p:sp>
          <p:nvSpPr>
            <p:cNvPr id="146" name="Google Shape;198;p2"/>
            <p:cNvSpPr/>
            <p:nvPr/>
          </p:nvSpPr>
          <p:spPr>
            <a:xfrm rot="10800000">
              <a:off x="236520" y="4975560"/>
              <a:ext cx="33120" cy="799200"/>
            </a:xfrm>
            <a:prstGeom prst="rect">
              <a:avLst/>
            </a:prstGeom>
            <a:solidFill>
              <a:srgbClr val="c55a11"/>
            </a:solidFill>
            <a:ln w="0">
              <a:noFill/>
            </a:ln>
          </p:spPr>
          <p:style>
            <a:lnRef idx="0"/>
            <a:fillRef idx="0"/>
            <a:effectRef idx="0"/>
            <a:fontRef idx="minor"/>
          </p:style>
          <p:txBody>
            <a:bodyPr lIns="68400" rIns="68400" tIns="34200" bIns="34200" anchor="ctr">
              <a:noAutofit/>
            </a:bodyPr>
            <a:p>
              <a:pPr algn="ctr">
                <a:lnSpc>
                  <a:spcPct val="100000"/>
                </a:lnSpc>
                <a:tabLst>
                  <a:tab algn="l" pos="0"/>
                </a:tabLst>
              </a:pPr>
              <a:endParaRPr b="0" lang="en-US" sz="1350" spc="-1" strike="noStrike">
                <a:solidFill>
                  <a:schemeClr val="lt1"/>
                </a:solidFill>
                <a:latin typeface="Calibri"/>
                <a:ea typeface="Calibri"/>
              </a:endParaRPr>
            </a:p>
          </p:txBody>
        </p:sp>
      </p:grpSp>
      <p:cxnSp>
        <p:nvCxnSpPr>
          <p:cNvPr id="147" name="Google Shape;199;p2"/>
          <p:cNvCxnSpPr/>
          <p:nvPr/>
        </p:nvCxnSpPr>
        <p:spPr>
          <a:xfrm>
            <a:off x="3734640" y="3397320"/>
            <a:ext cx="3437280" cy="1080"/>
          </a:xfrm>
          <a:prstGeom prst="straightConnector1">
            <a:avLst/>
          </a:prstGeom>
          <a:ln w="38100">
            <a:solidFill>
              <a:srgbClr val="c55a11"/>
            </a:solidFill>
            <a:miter/>
          </a:ln>
        </p:spPr>
      </p:cxnSp>
      <p:grpSp>
        <p:nvGrpSpPr>
          <p:cNvPr id="148" name="Google Shape;200;p2"/>
          <p:cNvGrpSpPr/>
          <p:nvPr/>
        </p:nvGrpSpPr>
        <p:grpSpPr>
          <a:xfrm>
            <a:off x="8162280" y="1027800"/>
            <a:ext cx="799200" cy="806400"/>
            <a:chOff x="8162280" y="1027800"/>
            <a:chExt cx="799200" cy="806400"/>
          </a:xfrm>
        </p:grpSpPr>
        <p:sp>
          <p:nvSpPr>
            <p:cNvPr id="149" name="Google Shape;201;p2"/>
            <p:cNvSpPr/>
            <p:nvPr/>
          </p:nvSpPr>
          <p:spPr>
            <a:xfrm rot="16200000">
              <a:off x="8545320" y="644760"/>
              <a:ext cx="33120" cy="799200"/>
            </a:xfrm>
            <a:prstGeom prst="rect">
              <a:avLst/>
            </a:prstGeom>
            <a:solidFill>
              <a:srgbClr val="c55a11"/>
            </a:solidFill>
            <a:ln w="0">
              <a:noFill/>
            </a:ln>
          </p:spPr>
          <p:style>
            <a:lnRef idx="0"/>
            <a:fillRef idx="0"/>
            <a:effectRef idx="0"/>
            <a:fontRef idx="minor"/>
          </p:style>
          <p:txBody>
            <a:bodyPr lIns="68400" rIns="68400" tIns="34200" bIns="34200" anchor="ctr">
              <a:noAutofit/>
            </a:bodyPr>
            <a:p>
              <a:pPr algn="ctr">
                <a:lnSpc>
                  <a:spcPct val="100000"/>
                </a:lnSpc>
                <a:tabLst>
                  <a:tab algn="l" pos="0"/>
                </a:tabLst>
              </a:pPr>
              <a:endParaRPr b="0" lang="en-US" sz="1350" spc="-1" strike="noStrike">
                <a:solidFill>
                  <a:schemeClr val="lt1"/>
                </a:solidFill>
                <a:latin typeface="Calibri"/>
                <a:ea typeface="Calibri"/>
              </a:endParaRPr>
            </a:p>
          </p:txBody>
        </p:sp>
        <p:sp>
          <p:nvSpPr>
            <p:cNvPr id="150" name="Google Shape;202;p2"/>
            <p:cNvSpPr/>
            <p:nvPr/>
          </p:nvSpPr>
          <p:spPr>
            <a:xfrm>
              <a:off x="8928360" y="1035000"/>
              <a:ext cx="33120" cy="799200"/>
            </a:xfrm>
            <a:prstGeom prst="rect">
              <a:avLst/>
            </a:prstGeom>
            <a:solidFill>
              <a:srgbClr val="c55a11"/>
            </a:solidFill>
            <a:ln w="0">
              <a:noFill/>
            </a:ln>
          </p:spPr>
          <p:style>
            <a:lnRef idx="0"/>
            <a:fillRef idx="0"/>
            <a:effectRef idx="0"/>
            <a:fontRef idx="minor"/>
          </p:style>
          <p:txBody>
            <a:bodyPr lIns="68400" rIns="68400" tIns="34200" bIns="34200" anchor="ctr">
              <a:noAutofit/>
            </a:bodyPr>
            <a:p>
              <a:pPr algn="ctr">
                <a:lnSpc>
                  <a:spcPct val="100000"/>
                </a:lnSpc>
                <a:tabLst>
                  <a:tab algn="l" pos="0"/>
                </a:tabLst>
              </a:pPr>
              <a:endParaRPr b="0" lang="en-US" sz="1350" spc="-1" strike="noStrike">
                <a:solidFill>
                  <a:schemeClr val="lt1"/>
                </a:solidFill>
                <a:latin typeface="Calibri"/>
                <a:ea typeface="Calibri"/>
              </a:endParaRPr>
            </a:p>
          </p:txBody>
        </p:sp>
      </p:grpSp>
      <p:sp>
        <p:nvSpPr>
          <p:cNvPr id="151" name="Google Shape;203;p2"/>
          <p:cNvSpPr/>
          <p:nvPr/>
        </p:nvSpPr>
        <p:spPr>
          <a:xfrm>
            <a:off x="2518920" y="2311200"/>
            <a:ext cx="6408360" cy="891720"/>
          </a:xfrm>
          <a:prstGeom prst="rect">
            <a:avLst/>
          </a:prstGeom>
          <a:noFill/>
          <a:ln w="0">
            <a:noFill/>
          </a:ln>
        </p:spPr>
        <p:style>
          <a:lnRef idx="0"/>
          <a:fillRef idx="0"/>
          <a:effectRef idx="0"/>
          <a:fontRef idx="minor"/>
        </p:style>
        <p:txBody>
          <a:bodyPr lIns="68400" rIns="68400" tIns="34200" bIns="34200" anchor="t">
            <a:spAutoFit/>
          </a:bodyPr>
          <a:p>
            <a:pPr algn="ctr">
              <a:lnSpc>
                <a:spcPct val="100000"/>
              </a:lnSpc>
              <a:tabLst>
                <a:tab algn="l" pos="0"/>
              </a:tabLst>
            </a:pPr>
            <a:r>
              <a:rPr b="1" lang="en-US" sz="2700" spc="-1" strike="noStrike">
                <a:solidFill>
                  <a:srgbClr val="c55a11"/>
                </a:solidFill>
                <a:latin typeface="Times New Roman"/>
                <a:ea typeface="Times New Roman"/>
              </a:rPr>
              <a:t>UE23CS352B - Object Oriented Analysis and Design </a:t>
            </a:r>
            <a:endParaRPr b="0" lang="en-US" sz="2700" spc="-1" strike="noStrike">
              <a:solidFill>
                <a:srgbClr val="000000"/>
              </a:solidFill>
              <a:latin typeface="Arial"/>
            </a:endParaRPr>
          </a:p>
        </p:txBody>
      </p:sp>
      <p:pic>
        <p:nvPicPr>
          <p:cNvPr id="152" name="Google Shape;204;p2" descr="https://lh7-rt.googleusercontent.com/slidesz/AGV_vUfTyFw7WSX9KjaO-w1Rw9d4JRvVdmmfjkmlozulmt3QTqBh9ZxkKZqWVSOL6A0uLppCXIGMj-AK-nArlVJP-7sEU1L0BpmI1S4SGeApMn7CqgdAfgg8nW-E0bt-g7CVWEBjHfNOJLmBMvme8ah0xQ=s2048?key=90YWuivvAQe76yp95CsInCkp"/>
          <p:cNvPicPr/>
          <p:nvPr/>
        </p:nvPicPr>
        <p:blipFill>
          <a:blip r:embed="rId1"/>
          <a:stretch/>
        </p:blipFill>
        <p:spPr>
          <a:xfrm>
            <a:off x="700920" y="1924920"/>
            <a:ext cx="1589400" cy="2943720"/>
          </a:xfrm>
          <a:prstGeom prst="rect">
            <a:avLst/>
          </a:prstGeom>
          <a:ln w="0">
            <a:noFill/>
          </a:ln>
        </p:spPr>
      </p:pic>
      <p:sp>
        <p:nvSpPr>
          <p:cNvPr id="153" name="Google Shape;205;p2"/>
          <p:cNvSpPr/>
          <p:nvPr/>
        </p:nvSpPr>
        <p:spPr>
          <a:xfrm>
            <a:off x="4047480" y="3793680"/>
            <a:ext cx="4707000" cy="891000"/>
          </a:xfrm>
          <a:prstGeom prst="rect">
            <a:avLst/>
          </a:prstGeom>
          <a:noFill/>
          <a:ln w="0">
            <a:noFill/>
          </a:ln>
        </p:spPr>
        <p:style>
          <a:lnRef idx="0"/>
          <a:fillRef idx="0"/>
          <a:effectRef idx="0"/>
          <a:fontRef idx="minor"/>
        </p:style>
        <p:txBody>
          <a:bodyPr lIns="68400" rIns="68400" tIns="34200" bIns="34200" anchor="t">
            <a:spAutoFit/>
          </a:bodyPr>
          <a:p>
            <a:pPr>
              <a:lnSpc>
                <a:spcPct val="100000"/>
              </a:lnSpc>
              <a:tabLst>
                <a:tab algn="l" pos="0"/>
              </a:tabLst>
            </a:pPr>
            <a:r>
              <a:rPr b="1" lang="en-US" sz="1800" spc="-1" strike="noStrike">
                <a:solidFill>
                  <a:schemeClr val="dk1"/>
                </a:solidFill>
                <a:latin typeface="Times New Roman"/>
                <a:ea typeface="Times New Roman"/>
              </a:rPr>
              <a:t>Prof. Shridevi A Sawant</a:t>
            </a:r>
            <a:endParaRPr b="0" lang="en-US" sz="1800" spc="-1" strike="noStrike">
              <a:solidFill>
                <a:srgbClr val="000000"/>
              </a:solidFill>
              <a:latin typeface="Arial"/>
            </a:endParaRPr>
          </a:p>
          <a:p>
            <a:pPr>
              <a:lnSpc>
                <a:spcPct val="100000"/>
              </a:lnSpc>
              <a:tabLst>
                <a:tab algn="l" pos="0"/>
              </a:tabLst>
            </a:pPr>
            <a:r>
              <a:rPr b="1" lang="en-US" sz="1800" spc="-1" strike="noStrike">
                <a:solidFill>
                  <a:schemeClr val="dk1"/>
                </a:solidFill>
                <a:latin typeface="Times New Roman"/>
                <a:ea typeface="Times New Roman"/>
              </a:rPr>
              <a:t>Computer Science and Engineering</a:t>
            </a:r>
            <a:endParaRPr b="0" lang="en-US" sz="1800" spc="-1" strike="noStrike">
              <a:solidFill>
                <a:srgbClr val="000000"/>
              </a:solidFill>
              <a:latin typeface="Arial"/>
            </a:endParaRPr>
          </a:p>
          <a:p>
            <a:pPr>
              <a:lnSpc>
                <a:spcPct val="100000"/>
              </a:lnSpc>
              <a:tabLst>
                <a:tab algn="l" pos="0"/>
              </a:tabLst>
            </a:pP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cxnSp>
        <p:nvCxnSpPr>
          <p:cNvPr id="154" name="Google Shape;211;p91"/>
          <p:cNvCxnSpPr/>
          <p:nvPr/>
        </p:nvCxnSpPr>
        <p:spPr>
          <a:xfrm>
            <a:off x="0" y="1190880"/>
            <a:ext cx="6225840" cy="1080"/>
          </a:xfrm>
          <a:prstGeom prst="straightConnector1">
            <a:avLst/>
          </a:prstGeom>
          <a:ln w="38100">
            <a:solidFill>
              <a:srgbClr val="c55a11"/>
            </a:solidFill>
            <a:miter/>
          </a:ln>
        </p:spPr>
      </p:cxnSp>
      <p:sp>
        <p:nvSpPr>
          <p:cNvPr id="155" name="Google Shape;212;p91"/>
          <p:cNvSpPr/>
          <p:nvPr/>
        </p:nvSpPr>
        <p:spPr>
          <a:xfrm>
            <a:off x="-24480" y="696600"/>
            <a:ext cx="8405640" cy="516600"/>
          </a:xfrm>
          <a:prstGeom prst="rect">
            <a:avLst/>
          </a:prstGeom>
          <a:noFill/>
          <a:ln w="0">
            <a:noFill/>
          </a:ln>
        </p:spPr>
        <p:style>
          <a:lnRef idx="0"/>
          <a:fillRef idx="0"/>
          <a:effectRef idx="0"/>
          <a:fontRef idx="minor"/>
        </p:style>
        <p:txBody>
          <a:bodyPr lIns="90000" rIns="90000" tIns="45000" bIns="45000" anchor="t">
            <a:spAutoFit/>
          </a:bodyPr>
          <a:p>
            <a:pPr>
              <a:lnSpc>
                <a:spcPct val="100000"/>
              </a:lnSpc>
              <a:tabLst>
                <a:tab algn="l" pos="0"/>
              </a:tabLst>
            </a:pPr>
            <a:r>
              <a:rPr b="1" lang="en-US" sz="2800" spc="-1" strike="noStrike">
                <a:solidFill>
                  <a:srgbClr val="c55a11"/>
                </a:solidFill>
                <a:latin typeface="Calibri"/>
                <a:ea typeface="Calibri"/>
              </a:rPr>
              <a:t>Design exercise - creating a simple system using GRASP</a:t>
            </a:r>
            <a:endParaRPr b="0" lang="en-US" sz="2800" spc="-1" strike="noStrike">
              <a:solidFill>
                <a:srgbClr val="000000"/>
              </a:solidFill>
              <a:latin typeface="Arial"/>
            </a:endParaRPr>
          </a:p>
        </p:txBody>
      </p:sp>
      <p:sp>
        <p:nvSpPr>
          <p:cNvPr id="156" name="Google Shape;213;p91"/>
          <p:cNvSpPr/>
          <p:nvPr/>
        </p:nvSpPr>
        <p:spPr>
          <a:xfrm>
            <a:off x="285120" y="236520"/>
            <a:ext cx="7038720" cy="455400"/>
          </a:xfrm>
          <a:prstGeom prst="rect">
            <a:avLst/>
          </a:prstGeom>
          <a:noFill/>
          <a:ln w="0">
            <a:noFill/>
          </a:ln>
        </p:spPr>
        <p:style>
          <a:lnRef idx="0"/>
          <a:fillRef idx="0"/>
          <a:effectRef idx="0"/>
          <a:fontRef idx="minor"/>
        </p:style>
        <p:txBody>
          <a:bodyPr lIns="90000" rIns="90000" tIns="45000" bIns="45000" anchor="t">
            <a:spAutoFit/>
          </a:bodyPr>
          <a:p>
            <a:pPr>
              <a:lnSpc>
                <a:spcPct val="100000"/>
              </a:lnSpc>
              <a:tabLst>
                <a:tab algn="l" pos="0"/>
              </a:tabLst>
            </a:pPr>
            <a:r>
              <a:rPr b="1" lang="en-US" sz="2400" spc="-1" strike="noStrike">
                <a:solidFill>
                  <a:srgbClr val="2f5496"/>
                </a:solidFill>
                <a:latin typeface="Calibri"/>
                <a:ea typeface="Calibri"/>
              </a:rPr>
              <a:t>Object Oriented Analysis and Design </a:t>
            </a:r>
            <a:endParaRPr b="0" lang="en-US" sz="2400" spc="-1" strike="noStrike">
              <a:solidFill>
                <a:srgbClr val="000000"/>
              </a:solidFill>
              <a:latin typeface="Arial"/>
            </a:endParaRPr>
          </a:p>
        </p:txBody>
      </p:sp>
      <p:pic>
        <p:nvPicPr>
          <p:cNvPr id="157" name="Google Shape;214;p91" descr=""/>
          <p:cNvPicPr/>
          <p:nvPr/>
        </p:nvPicPr>
        <p:blipFill>
          <a:blip r:embed="rId1"/>
          <a:stretch/>
        </p:blipFill>
        <p:spPr>
          <a:xfrm>
            <a:off x="8382240" y="0"/>
            <a:ext cx="754560" cy="1287360"/>
          </a:xfrm>
          <a:prstGeom prst="rect">
            <a:avLst/>
          </a:prstGeom>
          <a:ln w="0">
            <a:noFill/>
          </a:ln>
        </p:spPr>
      </p:pic>
      <p:sp>
        <p:nvSpPr>
          <p:cNvPr id="158" name="Google Shape;215;p91"/>
          <p:cNvSpPr/>
          <p:nvPr/>
        </p:nvSpPr>
        <p:spPr>
          <a:xfrm>
            <a:off x="150120" y="1526040"/>
            <a:ext cx="8231400" cy="3443760"/>
          </a:xfrm>
          <a:prstGeom prst="rect">
            <a:avLst/>
          </a:prstGeom>
          <a:noFill/>
          <a:ln w="0">
            <a:noFill/>
          </a:ln>
        </p:spPr>
        <p:style>
          <a:lnRef idx="0"/>
          <a:fillRef idx="0"/>
          <a:effectRef idx="0"/>
          <a:fontRef idx="minor"/>
        </p:style>
        <p:txBody>
          <a:bodyPr lIns="90000" rIns="90000" tIns="45000" bIns="45000" anchor="t">
            <a:spAutoFit/>
          </a:bodyPr>
          <a:p>
            <a:pPr>
              <a:lnSpc>
                <a:spcPct val="100000"/>
              </a:lnSpc>
              <a:tabLst>
                <a:tab algn="l" pos="0"/>
              </a:tabLst>
            </a:pPr>
            <a:r>
              <a:rPr b="1" lang="en-US" sz="2000" spc="-1" strike="noStrike">
                <a:solidFill>
                  <a:srgbClr val="000000"/>
                </a:solidFill>
                <a:latin typeface="Times New Roman"/>
                <a:ea typeface="Times New Roman"/>
              </a:rPr>
              <a:t>Library Management System</a:t>
            </a:r>
            <a:endParaRPr b="0" lang="en-US" sz="2000" spc="-1" strike="noStrike">
              <a:solidFill>
                <a:srgbClr val="000000"/>
              </a:solidFill>
              <a:latin typeface="Arial"/>
            </a:endParaRPr>
          </a:p>
          <a:p>
            <a:pPr>
              <a:lnSpc>
                <a:spcPct val="100000"/>
              </a:lnSpc>
              <a:tabLst>
                <a:tab algn="l" pos="0"/>
              </a:tabLst>
            </a:pPr>
            <a:r>
              <a:rPr b="0" lang="en-US" sz="2000" spc="-1" strike="noStrike">
                <a:solidFill>
                  <a:srgbClr val="000000"/>
                </a:solidFill>
                <a:latin typeface="Times New Roman"/>
                <a:ea typeface="Times New Roman"/>
              </a:rPr>
              <a:t>This project demonstrates the application of GRASP principles such as </a:t>
            </a:r>
            <a:endParaRPr b="0" lang="en-US" sz="2000" spc="-1" strike="noStrike">
              <a:solidFill>
                <a:srgbClr val="000000"/>
              </a:solidFill>
              <a:latin typeface="Arial"/>
            </a:endParaRPr>
          </a:p>
          <a:p>
            <a:pPr>
              <a:lnSpc>
                <a:spcPct val="100000"/>
              </a:lnSpc>
              <a:tabLst>
                <a:tab algn="l" pos="0"/>
              </a:tabLst>
            </a:pPr>
            <a:endParaRPr b="0" lang="en-US" sz="2000" spc="-1" strike="noStrike">
              <a:solidFill>
                <a:srgbClr val="000000"/>
              </a:solidFill>
              <a:latin typeface="Arial"/>
            </a:endParaRPr>
          </a:p>
          <a:p>
            <a:pPr marL="343080" indent="-343080">
              <a:lnSpc>
                <a:spcPct val="100000"/>
              </a:lnSpc>
              <a:buClr>
                <a:srgbClr val="000000"/>
              </a:buClr>
              <a:buFont typeface="Arial"/>
              <a:buChar char="•"/>
              <a:tabLst>
                <a:tab algn="l" pos="0"/>
              </a:tabLst>
            </a:pPr>
            <a:r>
              <a:rPr b="0" lang="en-US" sz="2000" spc="-1" strike="noStrike">
                <a:solidFill>
                  <a:srgbClr val="000000"/>
                </a:solidFill>
                <a:latin typeface="Times New Roman"/>
                <a:ea typeface="Times New Roman"/>
              </a:rPr>
              <a:t>Controller, </a:t>
            </a:r>
            <a:endParaRPr b="0" lang="en-US" sz="2000" spc="-1" strike="noStrike">
              <a:solidFill>
                <a:srgbClr val="000000"/>
              </a:solidFill>
              <a:latin typeface="Arial"/>
            </a:endParaRPr>
          </a:p>
          <a:p>
            <a:pPr marL="343080" indent="-343080">
              <a:lnSpc>
                <a:spcPct val="100000"/>
              </a:lnSpc>
              <a:buClr>
                <a:srgbClr val="000000"/>
              </a:buClr>
              <a:buFont typeface="Arial"/>
              <a:buChar char="•"/>
              <a:tabLst>
                <a:tab algn="l" pos="0"/>
              </a:tabLst>
            </a:pPr>
            <a:r>
              <a:rPr b="0" lang="en-US" sz="2000" spc="-1" strike="noStrike">
                <a:solidFill>
                  <a:srgbClr val="000000"/>
                </a:solidFill>
                <a:latin typeface="Times New Roman"/>
                <a:ea typeface="Times New Roman"/>
              </a:rPr>
              <a:t>Creator,</a:t>
            </a:r>
            <a:endParaRPr b="0" lang="en-US" sz="2000" spc="-1" strike="noStrike">
              <a:solidFill>
                <a:srgbClr val="000000"/>
              </a:solidFill>
              <a:latin typeface="Arial"/>
            </a:endParaRPr>
          </a:p>
          <a:p>
            <a:pPr marL="343080" indent="-343080">
              <a:lnSpc>
                <a:spcPct val="100000"/>
              </a:lnSpc>
              <a:buClr>
                <a:srgbClr val="000000"/>
              </a:buClr>
              <a:buFont typeface="Arial"/>
              <a:buChar char="•"/>
              <a:tabLst>
                <a:tab algn="l" pos="0"/>
              </a:tabLst>
            </a:pPr>
            <a:r>
              <a:rPr b="0" lang="en-US" sz="2000" spc="-1" strike="noStrike">
                <a:solidFill>
                  <a:srgbClr val="000000"/>
                </a:solidFill>
                <a:latin typeface="Times New Roman"/>
                <a:ea typeface="Times New Roman"/>
              </a:rPr>
              <a:t>Information Expert, </a:t>
            </a:r>
            <a:endParaRPr b="0" lang="en-US" sz="2000" spc="-1" strike="noStrike">
              <a:solidFill>
                <a:srgbClr val="000000"/>
              </a:solidFill>
              <a:latin typeface="Arial"/>
            </a:endParaRPr>
          </a:p>
          <a:p>
            <a:pPr marL="343080" indent="-343080">
              <a:lnSpc>
                <a:spcPct val="100000"/>
              </a:lnSpc>
              <a:buClr>
                <a:srgbClr val="000000"/>
              </a:buClr>
              <a:buFont typeface="Arial"/>
              <a:buChar char="•"/>
              <a:tabLst>
                <a:tab algn="l" pos="0"/>
              </a:tabLst>
            </a:pPr>
            <a:r>
              <a:rPr b="0" lang="en-US" sz="2000" spc="-1" strike="noStrike">
                <a:solidFill>
                  <a:srgbClr val="000000"/>
                </a:solidFill>
                <a:latin typeface="Times New Roman"/>
                <a:ea typeface="Times New Roman"/>
              </a:rPr>
              <a:t>Low Coupling, </a:t>
            </a:r>
            <a:endParaRPr b="0" lang="en-US" sz="2000" spc="-1" strike="noStrike">
              <a:solidFill>
                <a:srgbClr val="000000"/>
              </a:solidFill>
              <a:latin typeface="Arial"/>
            </a:endParaRPr>
          </a:p>
          <a:p>
            <a:pPr marL="343080" indent="-343080">
              <a:lnSpc>
                <a:spcPct val="100000"/>
              </a:lnSpc>
              <a:buClr>
                <a:srgbClr val="000000"/>
              </a:buClr>
              <a:buFont typeface="Arial"/>
              <a:buChar char="•"/>
              <a:tabLst>
                <a:tab algn="l" pos="0"/>
              </a:tabLst>
            </a:pPr>
            <a:r>
              <a:rPr b="0" lang="en-US" sz="2000" spc="-1" strike="noStrike">
                <a:solidFill>
                  <a:srgbClr val="000000"/>
                </a:solidFill>
                <a:latin typeface="Times New Roman"/>
                <a:ea typeface="Times New Roman"/>
              </a:rPr>
              <a:t>High Cohesion, </a:t>
            </a:r>
            <a:endParaRPr b="0" lang="en-US" sz="2000" spc="-1" strike="noStrike">
              <a:solidFill>
                <a:srgbClr val="000000"/>
              </a:solidFill>
              <a:latin typeface="Arial"/>
            </a:endParaRPr>
          </a:p>
          <a:p>
            <a:pPr marL="343080" indent="-343080">
              <a:lnSpc>
                <a:spcPct val="100000"/>
              </a:lnSpc>
              <a:buClr>
                <a:srgbClr val="000000"/>
              </a:buClr>
              <a:buFont typeface="Arial"/>
              <a:buChar char="•"/>
              <a:tabLst>
                <a:tab algn="l" pos="0"/>
              </a:tabLst>
            </a:pPr>
            <a:r>
              <a:rPr b="0" lang="en-US" sz="2000" spc="-1" strike="noStrike">
                <a:solidFill>
                  <a:srgbClr val="000000"/>
                </a:solidFill>
                <a:latin typeface="Times New Roman"/>
                <a:ea typeface="Times New Roman"/>
              </a:rPr>
              <a:t>Polymorphism, </a:t>
            </a:r>
            <a:endParaRPr b="0" lang="en-US" sz="2000" spc="-1" strike="noStrike">
              <a:solidFill>
                <a:srgbClr val="000000"/>
              </a:solidFill>
              <a:latin typeface="Arial"/>
            </a:endParaRPr>
          </a:p>
          <a:p>
            <a:pPr marL="343080" indent="-343080">
              <a:lnSpc>
                <a:spcPct val="100000"/>
              </a:lnSpc>
              <a:buClr>
                <a:srgbClr val="000000"/>
              </a:buClr>
              <a:buFont typeface="Arial"/>
              <a:buChar char="•"/>
              <a:tabLst>
                <a:tab algn="l" pos="0"/>
              </a:tabLst>
            </a:pPr>
            <a:r>
              <a:rPr b="0" lang="en-US" sz="2000" spc="-1" strike="noStrike">
                <a:solidFill>
                  <a:srgbClr val="000000"/>
                </a:solidFill>
                <a:latin typeface="Times New Roman"/>
                <a:ea typeface="Times New Roman"/>
              </a:rPr>
              <a:t>Indirection, </a:t>
            </a:r>
            <a:endParaRPr b="0" lang="en-US" sz="2000" spc="-1" strike="noStrike">
              <a:solidFill>
                <a:srgbClr val="000000"/>
              </a:solidFill>
              <a:latin typeface="Arial"/>
            </a:endParaRPr>
          </a:p>
          <a:p>
            <a:pPr marL="343080" indent="-343080">
              <a:lnSpc>
                <a:spcPct val="100000"/>
              </a:lnSpc>
              <a:buClr>
                <a:srgbClr val="000000"/>
              </a:buClr>
              <a:buFont typeface="Arial"/>
              <a:buChar char="•"/>
              <a:tabLst>
                <a:tab algn="l" pos="0"/>
              </a:tabLst>
            </a:pPr>
            <a:r>
              <a:rPr b="0" lang="en-US" sz="2000" spc="-1" strike="noStrike">
                <a:solidFill>
                  <a:srgbClr val="000000"/>
                </a:solidFill>
                <a:latin typeface="Times New Roman"/>
                <a:ea typeface="Times New Roman"/>
              </a:rPr>
              <a:t>and Protected Variations.</a:t>
            </a: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cxnSp>
        <p:nvCxnSpPr>
          <p:cNvPr id="159" name="Google Shape;221;p3"/>
          <p:cNvCxnSpPr/>
          <p:nvPr/>
        </p:nvCxnSpPr>
        <p:spPr>
          <a:xfrm>
            <a:off x="0" y="1190880"/>
            <a:ext cx="6225840" cy="1080"/>
          </a:xfrm>
          <a:prstGeom prst="straightConnector1">
            <a:avLst/>
          </a:prstGeom>
          <a:ln w="38100">
            <a:solidFill>
              <a:srgbClr val="c55a11"/>
            </a:solidFill>
            <a:miter/>
          </a:ln>
        </p:spPr>
      </p:cxnSp>
      <p:sp>
        <p:nvSpPr>
          <p:cNvPr id="160" name="Google Shape;222;p3"/>
          <p:cNvSpPr/>
          <p:nvPr/>
        </p:nvSpPr>
        <p:spPr>
          <a:xfrm>
            <a:off x="285120" y="236520"/>
            <a:ext cx="7038720" cy="455400"/>
          </a:xfrm>
          <a:prstGeom prst="rect">
            <a:avLst/>
          </a:prstGeom>
          <a:noFill/>
          <a:ln w="0">
            <a:noFill/>
          </a:ln>
        </p:spPr>
        <p:style>
          <a:lnRef idx="0"/>
          <a:fillRef idx="0"/>
          <a:effectRef idx="0"/>
          <a:fontRef idx="minor"/>
        </p:style>
        <p:txBody>
          <a:bodyPr lIns="90000" rIns="90000" tIns="45000" bIns="45000" anchor="t">
            <a:spAutoFit/>
          </a:bodyPr>
          <a:p>
            <a:pPr>
              <a:lnSpc>
                <a:spcPct val="100000"/>
              </a:lnSpc>
              <a:tabLst>
                <a:tab algn="l" pos="0"/>
              </a:tabLst>
            </a:pPr>
            <a:r>
              <a:rPr b="1" lang="en-US" sz="2400" spc="-1" strike="noStrike">
                <a:solidFill>
                  <a:srgbClr val="2f5496"/>
                </a:solidFill>
                <a:latin typeface="Times New Roman"/>
                <a:ea typeface="Times New Roman"/>
              </a:rPr>
              <a:t>Object Oriented Analysis and Design </a:t>
            </a:r>
            <a:endParaRPr b="0" lang="en-US" sz="2400" spc="-1" strike="noStrike">
              <a:solidFill>
                <a:srgbClr val="000000"/>
              </a:solidFill>
              <a:latin typeface="Arial"/>
            </a:endParaRPr>
          </a:p>
        </p:txBody>
      </p:sp>
      <p:pic>
        <p:nvPicPr>
          <p:cNvPr id="161" name="Google Shape;223;p3" descr=""/>
          <p:cNvPicPr/>
          <p:nvPr/>
        </p:nvPicPr>
        <p:blipFill>
          <a:blip r:embed="rId1"/>
          <a:stretch/>
        </p:blipFill>
        <p:spPr>
          <a:xfrm>
            <a:off x="8382240" y="0"/>
            <a:ext cx="754560" cy="1287360"/>
          </a:xfrm>
          <a:prstGeom prst="rect">
            <a:avLst/>
          </a:prstGeom>
          <a:ln w="0">
            <a:noFill/>
          </a:ln>
        </p:spPr>
      </p:pic>
      <p:sp>
        <p:nvSpPr>
          <p:cNvPr id="162" name="Google Shape;224;p3"/>
          <p:cNvSpPr/>
          <p:nvPr/>
        </p:nvSpPr>
        <p:spPr>
          <a:xfrm>
            <a:off x="407880" y="1814760"/>
            <a:ext cx="4570920" cy="2680560"/>
          </a:xfrm>
          <a:prstGeom prst="rect">
            <a:avLst/>
          </a:prstGeom>
          <a:noFill/>
          <a:ln w="0">
            <a:noFill/>
          </a:ln>
        </p:spPr>
        <p:style>
          <a:lnRef idx="0"/>
          <a:fillRef idx="0"/>
          <a:effectRef idx="0"/>
          <a:fontRef idx="minor"/>
        </p:style>
        <p:txBody>
          <a:bodyPr lIns="90000" rIns="90000" tIns="45000" bIns="45000" anchor="t">
            <a:spAutoFit/>
          </a:bodyPr>
          <a:p>
            <a:pPr>
              <a:lnSpc>
                <a:spcPct val="100000"/>
              </a:lnSpc>
              <a:tabLst>
                <a:tab algn="l" pos="0"/>
              </a:tabLst>
            </a:pPr>
            <a:r>
              <a:rPr b="1" lang="en-US" sz="2000" spc="-1" strike="noStrike">
                <a:solidFill>
                  <a:srgbClr val="000000"/>
                </a:solidFill>
                <a:latin typeface="Times New Roman"/>
                <a:ea typeface="Times New Roman"/>
              </a:rPr>
              <a:t>Features</a:t>
            </a:r>
            <a:endParaRPr b="0" lang="en-US" sz="2000" spc="-1" strike="noStrike">
              <a:solidFill>
                <a:srgbClr val="000000"/>
              </a:solidFill>
              <a:latin typeface="Arial"/>
            </a:endParaRPr>
          </a:p>
          <a:p>
            <a:pPr marL="216000" indent="-127080">
              <a:lnSpc>
                <a:spcPct val="150000"/>
              </a:lnSpc>
              <a:buClr>
                <a:srgbClr val="000000"/>
              </a:buClr>
              <a:buFont typeface="Arial"/>
              <a:buChar char="•"/>
              <a:tabLst>
                <a:tab algn="l" pos="0"/>
              </a:tabLst>
            </a:pPr>
            <a:r>
              <a:rPr b="0" lang="en-US" sz="2000" spc="-1" strike="noStrike">
                <a:solidFill>
                  <a:srgbClr val="000000"/>
                </a:solidFill>
                <a:latin typeface="Times New Roman"/>
                <a:ea typeface="Times New Roman"/>
              </a:rPr>
              <a:t>Add books to the library</a:t>
            </a:r>
            <a:endParaRPr b="0" lang="en-US" sz="2000" spc="-1" strike="noStrike">
              <a:solidFill>
                <a:srgbClr val="000000"/>
              </a:solidFill>
              <a:latin typeface="Arial"/>
            </a:endParaRPr>
          </a:p>
          <a:p>
            <a:pPr marL="216000" indent="-127080">
              <a:lnSpc>
                <a:spcPct val="150000"/>
              </a:lnSpc>
              <a:buClr>
                <a:srgbClr val="000000"/>
              </a:buClr>
              <a:buFont typeface="Arial"/>
              <a:buChar char="•"/>
              <a:tabLst>
                <a:tab algn="l" pos="0"/>
              </a:tabLst>
            </a:pPr>
            <a:r>
              <a:rPr b="0" lang="en-US" sz="2000" spc="-1" strike="noStrike">
                <a:solidFill>
                  <a:srgbClr val="000000"/>
                </a:solidFill>
                <a:latin typeface="Times New Roman"/>
                <a:ea typeface="Times New Roman"/>
              </a:rPr>
              <a:t>Register users</a:t>
            </a:r>
            <a:endParaRPr b="0" lang="en-US" sz="2000" spc="-1" strike="noStrike">
              <a:solidFill>
                <a:srgbClr val="000000"/>
              </a:solidFill>
              <a:latin typeface="Arial"/>
            </a:endParaRPr>
          </a:p>
          <a:p>
            <a:pPr marL="216000" indent="-127080">
              <a:lnSpc>
                <a:spcPct val="150000"/>
              </a:lnSpc>
              <a:buClr>
                <a:srgbClr val="000000"/>
              </a:buClr>
              <a:buFont typeface="Arial"/>
              <a:buChar char="•"/>
              <a:tabLst>
                <a:tab algn="l" pos="0"/>
              </a:tabLst>
            </a:pPr>
            <a:r>
              <a:rPr b="0" lang="en-US" sz="2000" spc="-1" strike="noStrike">
                <a:solidFill>
                  <a:srgbClr val="000000"/>
                </a:solidFill>
                <a:latin typeface="Times New Roman"/>
                <a:ea typeface="Times New Roman"/>
              </a:rPr>
              <a:t>Borrow and return books</a:t>
            </a:r>
            <a:endParaRPr b="0" lang="en-US" sz="2000" spc="-1" strike="noStrike">
              <a:solidFill>
                <a:srgbClr val="000000"/>
              </a:solidFill>
              <a:latin typeface="Arial"/>
            </a:endParaRPr>
          </a:p>
          <a:p>
            <a:pPr marL="216000" indent="-127080">
              <a:lnSpc>
                <a:spcPct val="150000"/>
              </a:lnSpc>
              <a:buClr>
                <a:srgbClr val="000000"/>
              </a:buClr>
              <a:buFont typeface="Arial"/>
              <a:buChar char="•"/>
              <a:tabLst>
                <a:tab algn="l" pos="0"/>
              </a:tabLst>
            </a:pPr>
            <a:r>
              <a:rPr b="0" lang="en-US" sz="2000" spc="-1" strike="noStrike">
                <a:solidFill>
                  <a:srgbClr val="000000"/>
                </a:solidFill>
                <a:latin typeface="Times New Roman"/>
                <a:ea typeface="Times New Roman"/>
              </a:rPr>
              <a:t>Display available books</a:t>
            </a:r>
            <a:endParaRPr b="0" lang="en-US" sz="2000" spc="-1" strike="noStrike">
              <a:solidFill>
                <a:srgbClr val="000000"/>
              </a:solidFill>
              <a:latin typeface="Arial"/>
            </a:endParaRPr>
          </a:p>
          <a:p>
            <a:pPr marL="216000" indent="-127080">
              <a:lnSpc>
                <a:spcPct val="150000"/>
              </a:lnSpc>
              <a:buClr>
                <a:srgbClr val="000000"/>
              </a:buClr>
              <a:buFont typeface="Arial"/>
              <a:buChar char="•"/>
              <a:tabLst>
                <a:tab algn="l" pos="0"/>
              </a:tabLst>
            </a:pPr>
            <a:r>
              <a:rPr b="0" lang="en-US" sz="2000" spc="-1" strike="noStrike">
                <a:solidFill>
                  <a:srgbClr val="000000"/>
                </a:solidFill>
                <a:latin typeface="Times New Roman"/>
                <a:ea typeface="Times New Roman"/>
              </a:rPr>
              <a:t>Display user details</a:t>
            </a:r>
            <a:endParaRPr b="0" lang="en-US" sz="2000" spc="-1" strike="noStrike">
              <a:solidFill>
                <a:srgbClr val="000000"/>
              </a:solidFill>
              <a:latin typeface="Arial"/>
            </a:endParaRPr>
          </a:p>
        </p:txBody>
      </p:sp>
      <p:sp>
        <p:nvSpPr>
          <p:cNvPr id="163" name="Google Shape;225;p3"/>
          <p:cNvSpPr/>
          <p:nvPr/>
        </p:nvSpPr>
        <p:spPr>
          <a:xfrm>
            <a:off x="-24480" y="696600"/>
            <a:ext cx="8405640" cy="516600"/>
          </a:xfrm>
          <a:prstGeom prst="rect">
            <a:avLst/>
          </a:prstGeom>
          <a:noFill/>
          <a:ln w="0">
            <a:noFill/>
          </a:ln>
        </p:spPr>
        <p:style>
          <a:lnRef idx="0"/>
          <a:fillRef idx="0"/>
          <a:effectRef idx="0"/>
          <a:fontRef idx="minor"/>
        </p:style>
        <p:txBody>
          <a:bodyPr lIns="90000" rIns="90000" tIns="45000" bIns="45000" anchor="t">
            <a:spAutoFit/>
          </a:bodyPr>
          <a:p>
            <a:pPr>
              <a:lnSpc>
                <a:spcPct val="100000"/>
              </a:lnSpc>
              <a:tabLst>
                <a:tab algn="l" pos="0"/>
              </a:tabLst>
            </a:pPr>
            <a:r>
              <a:rPr b="1" lang="en-US" sz="2800" spc="-1" strike="noStrike">
                <a:solidFill>
                  <a:srgbClr val="c55a11"/>
                </a:solidFill>
                <a:latin typeface="Calibri"/>
                <a:ea typeface="Calibri"/>
              </a:rPr>
              <a:t>Design exercise - creating a simple system using GRASP</a:t>
            </a: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cxnSp>
        <p:nvCxnSpPr>
          <p:cNvPr id="164" name="Google Shape;231;p4"/>
          <p:cNvCxnSpPr/>
          <p:nvPr/>
        </p:nvCxnSpPr>
        <p:spPr>
          <a:xfrm>
            <a:off x="0" y="1190880"/>
            <a:ext cx="6225840" cy="1080"/>
          </a:xfrm>
          <a:prstGeom prst="straightConnector1">
            <a:avLst/>
          </a:prstGeom>
          <a:ln w="38100">
            <a:solidFill>
              <a:srgbClr val="c55a11"/>
            </a:solidFill>
            <a:miter/>
          </a:ln>
        </p:spPr>
      </p:cxnSp>
      <p:sp>
        <p:nvSpPr>
          <p:cNvPr id="165" name="Google Shape;232;p4"/>
          <p:cNvSpPr/>
          <p:nvPr/>
        </p:nvSpPr>
        <p:spPr>
          <a:xfrm>
            <a:off x="285120" y="236520"/>
            <a:ext cx="7038720" cy="455400"/>
          </a:xfrm>
          <a:prstGeom prst="rect">
            <a:avLst/>
          </a:prstGeom>
          <a:noFill/>
          <a:ln w="0">
            <a:noFill/>
          </a:ln>
        </p:spPr>
        <p:style>
          <a:lnRef idx="0"/>
          <a:fillRef idx="0"/>
          <a:effectRef idx="0"/>
          <a:fontRef idx="minor"/>
        </p:style>
        <p:txBody>
          <a:bodyPr lIns="90000" rIns="90000" tIns="45000" bIns="45000" anchor="t">
            <a:spAutoFit/>
          </a:bodyPr>
          <a:p>
            <a:pPr>
              <a:lnSpc>
                <a:spcPct val="100000"/>
              </a:lnSpc>
              <a:tabLst>
                <a:tab algn="l" pos="0"/>
              </a:tabLst>
            </a:pPr>
            <a:r>
              <a:rPr b="1" lang="en-US" sz="2400" spc="-1" strike="noStrike">
                <a:solidFill>
                  <a:srgbClr val="2f5496"/>
                </a:solidFill>
                <a:latin typeface="Times New Roman"/>
                <a:ea typeface="Times New Roman"/>
              </a:rPr>
              <a:t>Object Oriented Analysis and Design </a:t>
            </a:r>
            <a:endParaRPr b="0" lang="en-US" sz="2400" spc="-1" strike="noStrike">
              <a:solidFill>
                <a:srgbClr val="000000"/>
              </a:solidFill>
              <a:latin typeface="Arial"/>
            </a:endParaRPr>
          </a:p>
        </p:txBody>
      </p:sp>
      <p:pic>
        <p:nvPicPr>
          <p:cNvPr id="166" name="Google Shape;233;p4" descr=""/>
          <p:cNvPicPr/>
          <p:nvPr/>
        </p:nvPicPr>
        <p:blipFill>
          <a:blip r:embed="rId1"/>
          <a:stretch/>
        </p:blipFill>
        <p:spPr>
          <a:xfrm>
            <a:off x="8382240" y="0"/>
            <a:ext cx="754560" cy="1287360"/>
          </a:xfrm>
          <a:prstGeom prst="rect">
            <a:avLst/>
          </a:prstGeom>
          <a:ln w="0">
            <a:noFill/>
          </a:ln>
        </p:spPr>
      </p:pic>
      <p:sp>
        <p:nvSpPr>
          <p:cNvPr id="167" name="Google Shape;234;p4"/>
          <p:cNvSpPr/>
          <p:nvPr/>
        </p:nvSpPr>
        <p:spPr>
          <a:xfrm>
            <a:off x="118440" y="1681920"/>
            <a:ext cx="8837640" cy="2985480"/>
          </a:xfrm>
          <a:prstGeom prst="rect">
            <a:avLst/>
          </a:prstGeom>
          <a:noFill/>
          <a:ln w="0">
            <a:noFill/>
          </a:ln>
        </p:spPr>
        <p:style>
          <a:lnRef idx="0"/>
          <a:fillRef idx="0"/>
          <a:effectRef idx="0"/>
          <a:fontRef idx="minor"/>
        </p:style>
        <p:txBody>
          <a:bodyPr lIns="90000" rIns="90000" tIns="45000" bIns="45000" anchor="t">
            <a:spAutoFit/>
          </a:bodyPr>
          <a:p>
            <a:pPr>
              <a:lnSpc>
                <a:spcPct val="100000"/>
              </a:lnSpc>
              <a:tabLst>
                <a:tab algn="l" pos="0"/>
              </a:tabLst>
            </a:pPr>
            <a:r>
              <a:rPr b="1" lang="en-US" sz="2000" spc="-1" strike="noStrike">
                <a:solidFill>
                  <a:srgbClr val="000000"/>
                </a:solidFill>
                <a:latin typeface="Times New Roman"/>
                <a:ea typeface="Times New Roman"/>
              </a:rPr>
              <a:t>GRASP Principles Applied</a:t>
            </a:r>
            <a:endParaRPr b="0" lang="en-US" sz="2000" spc="-1" strike="noStrike">
              <a:solidFill>
                <a:srgbClr val="000000"/>
              </a:solidFill>
              <a:latin typeface="Arial"/>
            </a:endParaRPr>
          </a:p>
          <a:p>
            <a:pPr>
              <a:lnSpc>
                <a:spcPct val="100000"/>
              </a:lnSpc>
              <a:tabLst>
                <a:tab algn="l" pos="0"/>
              </a:tabLst>
            </a:pPr>
            <a:endParaRPr b="0" lang="en-US" sz="2000" spc="-1" strike="noStrike">
              <a:solidFill>
                <a:srgbClr val="000000"/>
              </a:solidFill>
              <a:latin typeface="Arial"/>
            </a:endParaRPr>
          </a:p>
          <a:p>
            <a:pPr marL="216000" indent="-127080">
              <a:lnSpc>
                <a:spcPct val="150000"/>
              </a:lnSpc>
              <a:buClr>
                <a:srgbClr val="000000"/>
              </a:buClr>
              <a:buFont typeface="Arial"/>
              <a:buChar char="•"/>
              <a:tabLst>
                <a:tab algn="l" pos="0"/>
              </a:tabLst>
            </a:pPr>
            <a:r>
              <a:rPr b="1" lang="en-US" sz="2000" spc="-1" strike="noStrike">
                <a:solidFill>
                  <a:srgbClr val="000000"/>
                </a:solidFill>
                <a:latin typeface="Times New Roman"/>
                <a:ea typeface="Times New Roman"/>
              </a:rPr>
              <a:t>Information Expert</a:t>
            </a:r>
            <a:r>
              <a:rPr b="0" lang="en-US" sz="2000" spc="-1" strike="noStrike">
                <a:solidFill>
                  <a:srgbClr val="000000"/>
                </a:solidFill>
                <a:latin typeface="Times New Roman"/>
                <a:ea typeface="Times New Roman"/>
              </a:rPr>
              <a:t> → Book and User classes manage their own data.</a:t>
            </a:r>
            <a:endParaRPr b="0" lang="en-US" sz="2000" spc="-1" strike="noStrike">
              <a:solidFill>
                <a:srgbClr val="000000"/>
              </a:solidFill>
              <a:latin typeface="Arial"/>
            </a:endParaRPr>
          </a:p>
          <a:p>
            <a:pPr marL="216000" indent="-127080">
              <a:lnSpc>
                <a:spcPct val="150000"/>
              </a:lnSpc>
              <a:buClr>
                <a:srgbClr val="000000"/>
              </a:buClr>
              <a:buFont typeface="Arial"/>
              <a:buChar char="•"/>
              <a:tabLst>
                <a:tab algn="l" pos="0"/>
              </a:tabLst>
            </a:pPr>
            <a:r>
              <a:rPr b="1" lang="en-US" sz="2000" spc="-1" strike="noStrike">
                <a:solidFill>
                  <a:srgbClr val="000000"/>
                </a:solidFill>
                <a:latin typeface="Times New Roman"/>
                <a:ea typeface="Times New Roman"/>
              </a:rPr>
              <a:t>Creator</a:t>
            </a:r>
            <a:r>
              <a:rPr b="0" lang="en-US" sz="2000" spc="-1" strike="noStrike">
                <a:solidFill>
                  <a:srgbClr val="000000"/>
                </a:solidFill>
                <a:latin typeface="Times New Roman"/>
                <a:ea typeface="Times New Roman"/>
              </a:rPr>
              <a:t> → Library class creates Book and User objects.</a:t>
            </a:r>
            <a:endParaRPr b="0" lang="en-US" sz="2000" spc="-1" strike="noStrike">
              <a:solidFill>
                <a:srgbClr val="000000"/>
              </a:solidFill>
              <a:latin typeface="Arial"/>
            </a:endParaRPr>
          </a:p>
          <a:p>
            <a:pPr marL="216000" indent="-127080">
              <a:lnSpc>
                <a:spcPct val="150000"/>
              </a:lnSpc>
              <a:buClr>
                <a:srgbClr val="000000"/>
              </a:buClr>
              <a:buFont typeface="Arial"/>
              <a:buChar char="•"/>
              <a:tabLst>
                <a:tab algn="l" pos="0"/>
              </a:tabLst>
            </a:pPr>
            <a:r>
              <a:rPr b="1" lang="en-US" sz="2000" spc="-1" strike="noStrike">
                <a:solidFill>
                  <a:srgbClr val="000000"/>
                </a:solidFill>
                <a:latin typeface="Times New Roman"/>
                <a:ea typeface="Times New Roman"/>
              </a:rPr>
              <a:t>Controller</a:t>
            </a:r>
            <a:r>
              <a:rPr b="0" lang="en-US" sz="2000" spc="-1" strike="noStrike">
                <a:solidFill>
                  <a:srgbClr val="000000"/>
                </a:solidFill>
                <a:latin typeface="Times New Roman"/>
                <a:ea typeface="Times New Roman"/>
              </a:rPr>
              <a:t> → LibraryController handles user interactions.</a:t>
            </a:r>
            <a:endParaRPr b="0" lang="en-US" sz="2000" spc="-1" strike="noStrike">
              <a:solidFill>
                <a:srgbClr val="000000"/>
              </a:solidFill>
              <a:latin typeface="Arial"/>
            </a:endParaRPr>
          </a:p>
          <a:p>
            <a:pPr marL="216000" indent="-127080">
              <a:lnSpc>
                <a:spcPct val="150000"/>
              </a:lnSpc>
              <a:buClr>
                <a:srgbClr val="000000"/>
              </a:buClr>
              <a:buFont typeface="Arial"/>
              <a:buChar char="•"/>
              <a:tabLst>
                <a:tab algn="l" pos="0"/>
              </a:tabLst>
            </a:pPr>
            <a:r>
              <a:rPr b="1" lang="en-US" sz="2000" spc="-1" strike="noStrike">
                <a:solidFill>
                  <a:srgbClr val="000000"/>
                </a:solidFill>
                <a:latin typeface="Times New Roman"/>
                <a:ea typeface="Times New Roman"/>
              </a:rPr>
              <a:t>Low Coupling &amp; High Cohesion</a:t>
            </a:r>
            <a:r>
              <a:rPr b="0" lang="en-US" sz="2000" spc="-1" strike="noStrike">
                <a:solidFill>
                  <a:srgbClr val="000000"/>
                </a:solidFill>
                <a:latin typeface="Times New Roman"/>
                <a:ea typeface="Times New Roman"/>
              </a:rPr>
              <a:t> → Separate classes with clear responsibilities.</a:t>
            </a:r>
            <a:endParaRPr b="0" lang="en-US" sz="2000" spc="-1" strike="noStrike">
              <a:solidFill>
                <a:srgbClr val="000000"/>
              </a:solidFill>
              <a:latin typeface="Arial"/>
            </a:endParaRPr>
          </a:p>
          <a:p>
            <a:pPr marL="216000" indent="-127080">
              <a:lnSpc>
                <a:spcPct val="150000"/>
              </a:lnSpc>
              <a:buClr>
                <a:srgbClr val="000000"/>
              </a:buClr>
              <a:buFont typeface="Arial"/>
              <a:buChar char="•"/>
              <a:tabLst>
                <a:tab algn="l" pos="0"/>
              </a:tabLst>
            </a:pPr>
            <a:r>
              <a:rPr b="1" lang="en-US" sz="2000" spc="-1" strike="noStrike">
                <a:solidFill>
                  <a:srgbClr val="000000"/>
                </a:solidFill>
                <a:latin typeface="Times New Roman"/>
                <a:ea typeface="Times New Roman"/>
              </a:rPr>
              <a:t>Polymorphism</a:t>
            </a:r>
            <a:r>
              <a:rPr b="0" lang="en-US" sz="2000" spc="-1" strike="noStrike">
                <a:solidFill>
                  <a:srgbClr val="000000"/>
                </a:solidFill>
                <a:latin typeface="Times New Roman"/>
                <a:ea typeface="Times New Roman"/>
              </a:rPr>
              <a:t> → Different types of users (e.g., Student, Professor).</a:t>
            </a:r>
            <a:endParaRPr b="0" lang="en-US" sz="2000" spc="-1" strike="noStrike">
              <a:solidFill>
                <a:srgbClr val="000000"/>
              </a:solidFill>
              <a:latin typeface="Arial"/>
            </a:endParaRPr>
          </a:p>
        </p:txBody>
      </p:sp>
      <p:sp>
        <p:nvSpPr>
          <p:cNvPr id="168" name="Google Shape;235;p4"/>
          <p:cNvSpPr/>
          <p:nvPr/>
        </p:nvSpPr>
        <p:spPr>
          <a:xfrm>
            <a:off x="-24480" y="696600"/>
            <a:ext cx="8405640" cy="516600"/>
          </a:xfrm>
          <a:prstGeom prst="rect">
            <a:avLst/>
          </a:prstGeom>
          <a:noFill/>
          <a:ln w="0">
            <a:noFill/>
          </a:ln>
        </p:spPr>
        <p:style>
          <a:lnRef idx="0"/>
          <a:fillRef idx="0"/>
          <a:effectRef idx="0"/>
          <a:fontRef idx="minor"/>
        </p:style>
        <p:txBody>
          <a:bodyPr lIns="90000" rIns="90000" tIns="45000" bIns="45000" anchor="t">
            <a:spAutoFit/>
          </a:bodyPr>
          <a:p>
            <a:pPr>
              <a:lnSpc>
                <a:spcPct val="100000"/>
              </a:lnSpc>
              <a:tabLst>
                <a:tab algn="l" pos="0"/>
              </a:tabLst>
            </a:pPr>
            <a:r>
              <a:rPr b="1" lang="en-US" sz="2800" spc="-1" strike="noStrike">
                <a:solidFill>
                  <a:srgbClr val="c55a11"/>
                </a:solidFill>
                <a:latin typeface="Calibri"/>
                <a:ea typeface="Calibri"/>
              </a:rPr>
              <a:t>Design exercise - creating a simple system using GRASP</a:t>
            </a: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cxnSp>
        <p:nvCxnSpPr>
          <p:cNvPr id="169" name="Google Shape;241;p39"/>
          <p:cNvCxnSpPr/>
          <p:nvPr/>
        </p:nvCxnSpPr>
        <p:spPr>
          <a:xfrm>
            <a:off x="0" y="1190880"/>
            <a:ext cx="6225840" cy="1080"/>
          </a:xfrm>
          <a:prstGeom prst="straightConnector1">
            <a:avLst/>
          </a:prstGeom>
          <a:ln w="38100">
            <a:solidFill>
              <a:srgbClr val="c55a11"/>
            </a:solidFill>
            <a:miter/>
          </a:ln>
        </p:spPr>
      </p:cxnSp>
      <p:sp>
        <p:nvSpPr>
          <p:cNvPr id="170" name="Google Shape;242;p39"/>
          <p:cNvSpPr/>
          <p:nvPr/>
        </p:nvSpPr>
        <p:spPr>
          <a:xfrm>
            <a:off x="285120" y="236520"/>
            <a:ext cx="7038720" cy="455400"/>
          </a:xfrm>
          <a:prstGeom prst="rect">
            <a:avLst/>
          </a:prstGeom>
          <a:noFill/>
          <a:ln w="0">
            <a:noFill/>
          </a:ln>
        </p:spPr>
        <p:style>
          <a:lnRef idx="0"/>
          <a:fillRef idx="0"/>
          <a:effectRef idx="0"/>
          <a:fontRef idx="minor"/>
        </p:style>
        <p:txBody>
          <a:bodyPr lIns="90000" rIns="90000" tIns="45000" bIns="45000" anchor="t">
            <a:spAutoFit/>
          </a:bodyPr>
          <a:p>
            <a:pPr>
              <a:lnSpc>
                <a:spcPct val="100000"/>
              </a:lnSpc>
              <a:tabLst>
                <a:tab algn="l" pos="0"/>
              </a:tabLst>
            </a:pPr>
            <a:r>
              <a:rPr b="1" lang="en-US" sz="2400" spc="-1" strike="noStrike">
                <a:solidFill>
                  <a:srgbClr val="2f5496"/>
                </a:solidFill>
                <a:latin typeface="Calibri"/>
                <a:ea typeface="Calibri"/>
              </a:rPr>
              <a:t>Object Oriented Analysis and Design </a:t>
            </a:r>
            <a:endParaRPr b="0" lang="en-US" sz="2400" spc="-1" strike="noStrike">
              <a:solidFill>
                <a:srgbClr val="000000"/>
              </a:solidFill>
              <a:latin typeface="Arial"/>
            </a:endParaRPr>
          </a:p>
        </p:txBody>
      </p:sp>
      <p:sp>
        <p:nvSpPr>
          <p:cNvPr id="171" name="Google Shape;243;p39"/>
          <p:cNvSpPr/>
          <p:nvPr/>
        </p:nvSpPr>
        <p:spPr>
          <a:xfrm>
            <a:off x="0" y="1197720"/>
            <a:ext cx="9013680" cy="546480"/>
          </a:xfrm>
          <a:prstGeom prst="rect">
            <a:avLst/>
          </a:prstGeom>
          <a:noFill/>
          <a:ln w="0">
            <a:noFill/>
          </a:ln>
        </p:spPr>
        <p:style>
          <a:lnRef idx="0"/>
          <a:fillRef idx="0"/>
          <a:effectRef idx="0"/>
          <a:fontRef idx="minor"/>
        </p:style>
        <p:txBody>
          <a:bodyPr lIns="90000" rIns="90000" tIns="45000" bIns="45000" anchor="t">
            <a:spAutoFit/>
          </a:bodyPr>
          <a:p>
            <a:pPr marL="435240" indent="-216000" algn="just">
              <a:lnSpc>
                <a:spcPct val="150000"/>
              </a:lnSpc>
              <a:tabLst>
                <a:tab algn="l" pos="0"/>
              </a:tabLst>
            </a:pPr>
            <a:endParaRPr b="0" lang="en-US" sz="2200" spc="-1" strike="noStrike">
              <a:solidFill>
                <a:schemeClr val="dk1"/>
              </a:solidFill>
              <a:latin typeface="Calibri"/>
              <a:ea typeface="Calibri"/>
            </a:endParaRPr>
          </a:p>
        </p:txBody>
      </p:sp>
      <p:pic>
        <p:nvPicPr>
          <p:cNvPr id="172" name="Google Shape;244;p39" descr=""/>
          <p:cNvPicPr/>
          <p:nvPr/>
        </p:nvPicPr>
        <p:blipFill>
          <a:blip r:embed="rId1"/>
          <a:stretch/>
        </p:blipFill>
        <p:spPr>
          <a:xfrm>
            <a:off x="8382240" y="0"/>
            <a:ext cx="754560" cy="1287360"/>
          </a:xfrm>
          <a:prstGeom prst="rect">
            <a:avLst/>
          </a:prstGeom>
          <a:ln w="0">
            <a:noFill/>
          </a:ln>
        </p:spPr>
      </p:pic>
      <p:sp>
        <p:nvSpPr>
          <p:cNvPr id="173" name="Google Shape;245;p39"/>
          <p:cNvSpPr/>
          <p:nvPr/>
        </p:nvSpPr>
        <p:spPr>
          <a:xfrm>
            <a:off x="285120" y="1294920"/>
            <a:ext cx="8258400" cy="5142600"/>
          </a:xfrm>
          <a:prstGeom prst="rect">
            <a:avLst/>
          </a:prstGeom>
          <a:noFill/>
          <a:ln w="19050">
            <a:solidFill>
              <a:srgbClr val="000000"/>
            </a:solidFill>
            <a:round/>
          </a:ln>
        </p:spPr>
        <p:style>
          <a:lnRef idx="0"/>
          <a:fillRef idx="0"/>
          <a:effectRef idx="0"/>
          <a:fontRef idx="minor"/>
        </p:style>
        <p:txBody>
          <a:bodyPr lIns="90000" rIns="90000" tIns="45000" bIns="45000" anchor="t">
            <a:spAutoFit/>
          </a:bodyPr>
          <a:p>
            <a:pPr>
              <a:lnSpc>
                <a:spcPct val="100000"/>
              </a:lnSpc>
              <a:spcBef>
                <a:spcPts val="57"/>
              </a:spcBef>
              <a:tabLst>
                <a:tab algn="l" pos="0"/>
              </a:tabLst>
            </a:pPr>
            <a:r>
              <a:rPr b="0" lang="en-US" sz="1800" spc="-1" strike="noStrike">
                <a:solidFill>
                  <a:schemeClr val="dk1"/>
                </a:solidFill>
                <a:latin typeface="Calibri"/>
                <a:ea typeface="Calibri"/>
              </a:rPr>
              <a:t>class Book {</a:t>
            </a:r>
            <a:endParaRPr b="0" lang="en-US" sz="1800" spc="-1" strike="noStrike">
              <a:solidFill>
                <a:srgbClr val="000000"/>
              </a:solidFill>
              <a:latin typeface="Arial"/>
              <a:ea typeface="PingFang SC"/>
            </a:endParaRPr>
          </a:p>
          <a:p>
            <a:pPr>
              <a:lnSpc>
                <a:spcPct val="100000"/>
              </a:lnSpc>
              <a:spcBef>
                <a:spcPts val="57"/>
              </a:spcBef>
              <a:tabLst>
                <a:tab algn="l" pos="0"/>
              </a:tabLst>
            </a:pPr>
            <a:r>
              <a:rPr b="0" lang="en-US" sz="1800" spc="-1" strike="noStrike">
                <a:solidFill>
                  <a:schemeClr val="dk1"/>
                </a:solidFill>
                <a:latin typeface="Calibri"/>
                <a:ea typeface="Calibri"/>
              </a:rPr>
              <a:t> </a:t>
            </a:r>
            <a:r>
              <a:rPr b="0" lang="en-US" sz="1800" spc="-1" strike="noStrike">
                <a:solidFill>
                  <a:schemeClr val="dk1"/>
                </a:solidFill>
                <a:latin typeface="Calibri"/>
                <a:ea typeface="Calibri"/>
              </a:rPr>
              <a:t>private String title;</a:t>
            </a:r>
            <a:endParaRPr b="0" lang="en-US" sz="1800" spc="-1" strike="noStrike">
              <a:solidFill>
                <a:srgbClr val="000000"/>
              </a:solidFill>
              <a:latin typeface="Arial"/>
              <a:ea typeface="PingFang SC"/>
            </a:endParaRPr>
          </a:p>
          <a:p>
            <a:pPr>
              <a:lnSpc>
                <a:spcPct val="100000"/>
              </a:lnSpc>
              <a:spcBef>
                <a:spcPts val="57"/>
              </a:spcBef>
              <a:tabLst>
                <a:tab algn="l" pos="0"/>
              </a:tabLst>
            </a:pPr>
            <a:r>
              <a:rPr b="0" lang="en-US" sz="1800" spc="-1" strike="noStrike">
                <a:solidFill>
                  <a:schemeClr val="dk1"/>
                </a:solidFill>
                <a:latin typeface="Calibri"/>
                <a:ea typeface="Calibri"/>
              </a:rPr>
              <a:t> </a:t>
            </a:r>
            <a:r>
              <a:rPr b="0" lang="en-US" sz="1800" spc="-1" strike="noStrike">
                <a:solidFill>
                  <a:schemeClr val="dk1"/>
                </a:solidFill>
                <a:latin typeface="Calibri"/>
                <a:ea typeface="Calibri"/>
              </a:rPr>
              <a:t>private String author; </a:t>
            </a:r>
            <a:endParaRPr b="0" lang="en-US" sz="1800" spc="-1" strike="noStrike">
              <a:solidFill>
                <a:srgbClr val="000000"/>
              </a:solidFill>
              <a:latin typeface="Arial"/>
              <a:ea typeface="PingFang SC"/>
            </a:endParaRPr>
          </a:p>
          <a:p>
            <a:pPr>
              <a:lnSpc>
                <a:spcPct val="100000"/>
              </a:lnSpc>
              <a:spcBef>
                <a:spcPts val="57"/>
              </a:spcBef>
              <a:tabLst>
                <a:tab algn="l" pos="0"/>
              </a:tabLst>
            </a:pPr>
            <a:r>
              <a:rPr b="0" lang="en-US" sz="1800" spc="-1" strike="noStrike">
                <a:solidFill>
                  <a:schemeClr val="dk1"/>
                </a:solidFill>
                <a:latin typeface="Calibri"/>
                <a:ea typeface="Calibri"/>
              </a:rPr>
              <a:t>private boolean isAvailable;</a:t>
            </a:r>
            <a:endParaRPr b="0" lang="en-US" sz="1800" spc="-1" strike="noStrike">
              <a:solidFill>
                <a:srgbClr val="000000"/>
              </a:solidFill>
              <a:latin typeface="Arial"/>
              <a:ea typeface="PingFang SC"/>
            </a:endParaRPr>
          </a:p>
          <a:p>
            <a:pPr>
              <a:lnSpc>
                <a:spcPct val="100000"/>
              </a:lnSpc>
              <a:spcBef>
                <a:spcPts val="57"/>
              </a:spcBef>
              <a:tabLst>
                <a:tab algn="l" pos="0"/>
              </a:tabLst>
            </a:pPr>
            <a:r>
              <a:rPr b="0" lang="en-US" sz="1800" spc="-1" strike="noStrike">
                <a:solidFill>
                  <a:schemeClr val="dk1"/>
                </a:solidFill>
                <a:latin typeface="Calibri"/>
                <a:ea typeface="Calibri"/>
              </a:rPr>
              <a:t>public Book(String title, String author) { </a:t>
            </a:r>
            <a:endParaRPr b="0" lang="en-US" sz="1800" spc="-1" strike="noStrike">
              <a:solidFill>
                <a:srgbClr val="000000"/>
              </a:solidFill>
              <a:latin typeface="Arial"/>
              <a:ea typeface="PingFang SC"/>
            </a:endParaRPr>
          </a:p>
          <a:p>
            <a:pPr>
              <a:lnSpc>
                <a:spcPct val="100000"/>
              </a:lnSpc>
              <a:spcBef>
                <a:spcPts val="57"/>
              </a:spcBef>
              <a:tabLst>
                <a:tab algn="l" pos="0"/>
              </a:tabLst>
            </a:pPr>
            <a:r>
              <a:rPr b="0" lang="en-US" sz="1800" spc="-1" strike="noStrike">
                <a:solidFill>
                  <a:schemeClr val="dk1"/>
                </a:solidFill>
                <a:latin typeface="Calibri"/>
                <a:ea typeface="Calibri"/>
              </a:rPr>
              <a:t>      </a:t>
            </a:r>
            <a:r>
              <a:rPr b="0" lang="en-US" sz="1800" spc="-1" strike="noStrike">
                <a:solidFill>
                  <a:schemeClr val="dk1"/>
                </a:solidFill>
                <a:latin typeface="Calibri"/>
                <a:ea typeface="Calibri"/>
              </a:rPr>
              <a:t>this.title = title; </a:t>
            </a:r>
            <a:endParaRPr b="0" lang="en-US" sz="1800" spc="-1" strike="noStrike">
              <a:solidFill>
                <a:srgbClr val="000000"/>
              </a:solidFill>
              <a:latin typeface="Arial"/>
              <a:ea typeface="PingFang SC"/>
            </a:endParaRPr>
          </a:p>
          <a:p>
            <a:pPr>
              <a:lnSpc>
                <a:spcPct val="100000"/>
              </a:lnSpc>
              <a:spcBef>
                <a:spcPts val="57"/>
              </a:spcBef>
              <a:tabLst>
                <a:tab algn="l" pos="0"/>
              </a:tabLst>
            </a:pPr>
            <a:r>
              <a:rPr b="0" lang="en-US" sz="1800" spc="-1" strike="noStrike">
                <a:solidFill>
                  <a:schemeClr val="dk1"/>
                </a:solidFill>
                <a:latin typeface="Calibri"/>
                <a:ea typeface="Calibri"/>
              </a:rPr>
              <a:t>      </a:t>
            </a:r>
            <a:r>
              <a:rPr b="0" lang="en-US" sz="1800" spc="-1" strike="noStrike">
                <a:solidFill>
                  <a:schemeClr val="dk1"/>
                </a:solidFill>
                <a:latin typeface="Calibri"/>
                <a:ea typeface="Calibri"/>
              </a:rPr>
              <a:t>this.author = author; </a:t>
            </a:r>
            <a:endParaRPr b="0" lang="en-US" sz="1800" spc="-1" strike="noStrike">
              <a:solidFill>
                <a:srgbClr val="000000"/>
              </a:solidFill>
              <a:latin typeface="Arial"/>
              <a:ea typeface="PingFang SC"/>
            </a:endParaRPr>
          </a:p>
          <a:p>
            <a:pPr>
              <a:lnSpc>
                <a:spcPct val="100000"/>
              </a:lnSpc>
              <a:spcBef>
                <a:spcPts val="57"/>
              </a:spcBef>
              <a:tabLst>
                <a:tab algn="l" pos="0"/>
              </a:tabLst>
            </a:pPr>
            <a:r>
              <a:rPr b="0" lang="en-US" sz="1800" spc="-1" strike="noStrike">
                <a:solidFill>
                  <a:schemeClr val="dk1"/>
                </a:solidFill>
                <a:latin typeface="Calibri"/>
                <a:ea typeface="Calibri"/>
              </a:rPr>
              <a:t>       </a:t>
            </a:r>
            <a:r>
              <a:rPr b="0" lang="en-US" sz="1800" spc="-1" strike="noStrike">
                <a:solidFill>
                  <a:schemeClr val="dk1"/>
                </a:solidFill>
                <a:latin typeface="Calibri"/>
                <a:ea typeface="Calibri"/>
              </a:rPr>
              <a:t>this.isAvailable = true; </a:t>
            </a:r>
            <a:endParaRPr b="0" lang="en-US" sz="1800" spc="-1" strike="noStrike">
              <a:solidFill>
                <a:srgbClr val="000000"/>
              </a:solidFill>
              <a:latin typeface="Arial"/>
              <a:ea typeface="PingFang SC"/>
            </a:endParaRPr>
          </a:p>
          <a:p>
            <a:pPr>
              <a:lnSpc>
                <a:spcPct val="100000"/>
              </a:lnSpc>
              <a:spcBef>
                <a:spcPts val="57"/>
              </a:spcBef>
              <a:tabLst>
                <a:tab algn="l" pos="0"/>
              </a:tabLst>
            </a:pPr>
            <a:r>
              <a:rPr b="0" lang="en-US" sz="1800" spc="-1" strike="noStrike">
                <a:solidFill>
                  <a:schemeClr val="dk1"/>
                </a:solidFill>
                <a:latin typeface="Calibri"/>
                <a:ea typeface="Calibri"/>
              </a:rPr>
              <a:t>}</a:t>
            </a:r>
            <a:endParaRPr b="0" lang="en-US" sz="1800" spc="-1" strike="noStrike">
              <a:solidFill>
                <a:srgbClr val="000000"/>
              </a:solidFill>
              <a:latin typeface="Arial"/>
              <a:ea typeface="PingFang SC"/>
            </a:endParaRPr>
          </a:p>
          <a:p>
            <a:pPr>
              <a:lnSpc>
                <a:spcPct val="100000"/>
              </a:lnSpc>
              <a:spcBef>
                <a:spcPts val="57"/>
              </a:spcBef>
              <a:tabLst>
                <a:tab algn="l" pos="0"/>
              </a:tabLst>
            </a:pPr>
            <a:r>
              <a:rPr b="0" lang="en-US" sz="1800" spc="-1" strike="noStrike">
                <a:solidFill>
                  <a:schemeClr val="dk1"/>
                </a:solidFill>
                <a:latin typeface="Calibri"/>
                <a:ea typeface="Calibri"/>
              </a:rPr>
              <a:t>public Boolean isBookAvailable(){ return isAvailable; }</a:t>
            </a:r>
            <a:endParaRPr b="0" lang="en-US" sz="1800" spc="-1" strike="noStrike">
              <a:solidFill>
                <a:srgbClr val="000000"/>
              </a:solidFill>
              <a:latin typeface="Arial"/>
              <a:ea typeface="PingFang SC"/>
            </a:endParaRPr>
          </a:p>
          <a:p>
            <a:pPr>
              <a:lnSpc>
                <a:spcPct val="100000"/>
              </a:lnSpc>
              <a:spcBef>
                <a:spcPts val="57"/>
              </a:spcBef>
              <a:tabLst>
                <a:tab algn="l" pos="0"/>
              </a:tabLst>
            </a:pPr>
            <a:r>
              <a:rPr b="0" lang="en-US" sz="1800" spc="-1" strike="noStrike">
                <a:solidFill>
                  <a:schemeClr val="dk1"/>
                </a:solidFill>
                <a:latin typeface="Calibri"/>
                <a:ea typeface="Calibri"/>
              </a:rPr>
              <a:t>public String getTitle(){ return title; }</a:t>
            </a:r>
            <a:endParaRPr b="0" lang="en-US" sz="1800" spc="-1" strike="noStrike">
              <a:solidFill>
                <a:srgbClr val="000000"/>
              </a:solidFill>
              <a:latin typeface="Arial"/>
              <a:ea typeface="PingFang SC"/>
            </a:endParaRPr>
          </a:p>
          <a:p>
            <a:pPr>
              <a:lnSpc>
                <a:spcPct val="100000"/>
              </a:lnSpc>
              <a:spcBef>
                <a:spcPts val="57"/>
              </a:spcBef>
              <a:tabLst>
                <a:tab algn="l" pos="0"/>
              </a:tabLst>
            </a:pPr>
            <a:r>
              <a:rPr b="0" lang="en-US" sz="1800" spc="-1" strike="noStrike">
                <a:solidFill>
                  <a:schemeClr val="dk1"/>
                </a:solidFill>
                <a:latin typeface="Calibri"/>
                <a:ea typeface="Calibri"/>
              </a:rPr>
              <a:t>public void borrowBook(){ isAvailable = false; }</a:t>
            </a:r>
            <a:endParaRPr b="0" lang="en-US" sz="1800" spc="-1" strike="noStrike">
              <a:solidFill>
                <a:srgbClr val="000000"/>
              </a:solidFill>
              <a:latin typeface="Arial"/>
              <a:ea typeface="PingFang SC"/>
            </a:endParaRPr>
          </a:p>
          <a:p>
            <a:pPr>
              <a:lnSpc>
                <a:spcPct val="100000"/>
              </a:lnSpc>
              <a:spcBef>
                <a:spcPts val="57"/>
              </a:spcBef>
              <a:tabLst>
                <a:tab algn="l" pos="0"/>
              </a:tabLst>
            </a:pPr>
            <a:r>
              <a:rPr b="0" lang="en-US" sz="1800" spc="-1" strike="noStrike">
                <a:solidFill>
                  <a:schemeClr val="dk1"/>
                </a:solidFill>
                <a:latin typeface="Calibri"/>
                <a:ea typeface="Calibri"/>
              </a:rPr>
              <a:t>public void returnBook(){ isAvailable = true; }</a:t>
            </a:r>
            <a:endParaRPr b="0" lang="en-US" sz="1800" spc="-1" strike="noStrike">
              <a:solidFill>
                <a:srgbClr val="000000"/>
              </a:solidFill>
              <a:latin typeface="Arial"/>
              <a:ea typeface="PingFang SC"/>
            </a:endParaRPr>
          </a:p>
          <a:p>
            <a:pPr>
              <a:lnSpc>
                <a:spcPct val="100000"/>
              </a:lnSpc>
              <a:spcBef>
                <a:spcPts val="57"/>
              </a:spcBef>
              <a:tabLst>
                <a:tab algn="l" pos="0"/>
              </a:tabLst>
            </a:pPr>
            <a:endParaRPr b="0" lang="en-US" sz="1800" spc="-1" strike="noStrike">
              <a:solidFill>
                <a:srgbClr val="000000"/>
              </a:solidFill>
              <a:latin typeface="Arial"/>
              <a:ea typeface="PingFang SC"/>
            </a:endParaRPr>
          </a:p>
          <a:p>
            <a:pPr>
              <a:lnSpc>
                <a:spcPct val="100000"/>
              </a:lnSpc>
              <a:spcBef>
                <a:spcPts val="57"/>
              </a:spcBef>
              <a:tabLst>
                <a:tab algn="l" pos="0"/>
              </a:tabLst>
            </a:pPr>
            <a:r>
              <a:rPr b="0" lang="en-US" sz="1800" spc="-1" strike="noStrike">
                <a:solidFill>
                  <a:schemeClr val="dk1"/>
                </a:solidFill>
                <a:latin typeface="Calibri"/>
                <a:ea typeface="Calibri"/>
              </a:rPr>
              <a:t>@Override</a:t>
            </a:r>
            <a:endParaRPr b="0" lang="en-US" sz="1800" spc="-1" strike="noStrike">
              <a:solidFill>
                <a:srgbClr val="000000"/>
              </a:solidFill>
              <a:latin typeface="Arial"/>
              <a:ea typeface="PingFang SC"/>
            </a:endParaRPr>
          </a:p>
          <a:p>
            <a:pPr>
              <a:lnSpc>
                <a:spcPct val="100000"/>
              </a:lnSpc>
              <a:spcBef>
                <a:spcPts val="57"/>
              </a:spcBef>
              <a:tabLst>
                <a:tab algn="l" pos="0"/>
              </a:tabLst>
            </a:pPr>
            <a:r>
              <a:rPr b="0" lang="en-US" sz="1800" spc="-1" strike="noStrike">
                <a:solidFill>
                  <a:schemeClr val="dk1"/>
                </a:solidFill>
                <a:latin typeface="Calibri"/>
                <a:ea typeface="Calibri"/>
              </a:rPr>
              <a:t> </a:t>
            </a:r>
            <a:r>
              <a:rPr b="0" lang="en-US" sz="1800" spc="-1" strike="noStrike">
                <a:solidFill>
                  <a:schemeClr val="dk1"/>
                </a:solidFill>
                <a:latin typeface="Calibri"/>
                <a:ea typeface="Calibri"/>
              </a:rPr>
              <a:t>public String toString() { return "Title: " + title + "\nAuthor: " + author + "\nAvailablity: " + (isAvailable ? "YES" : "NO"); }</a:t>
            </a:r>
            <a:endParaRPr b="0" lang="en-US" sz="1800" spc="-1" strike="noStrike">
              <a:solidFill>
                <a:srgbClr val="000000"/>
              </a:solidFill>
              <a:latin typeface="Arial"/>
              <a:ea typeface="PingFang SC"/>
            </a:endParaRPr>
          </a:p>
          <a:p>
            <a:pPr>
              <a:lnSpc>
                <a:spcPct val="100000"/>
              </a:lnSpc>
              <a:spcBef>
                <a:spcPts val="57"/>
              </a:spcBef>
              <a:tabLst>
                <a:tab algn="l" pos="0"/>
              </a:tabLst>
            </a:pPr>
            <a:r>
              <a:rPr b="0" lang="en-US" sz="1800" spc="-1" strike="noStrike">
                <a:solidFill>
                  <a:schemeClr val="dk1"/>
                </a:solidFill>
                <a:latin typeface="Calibri"/>
                <a:ea typeface="Calibri"/>
              </a:rPr>
              <a:t>}</a:t>
            </a:r>
            <a:endParaRPr b="0" lang="en-US" sz="1800" spc="-1" strike="noStrike">
              <a:solidFill>
                <a:srgbClr val="000000"/>
              </a:solidFill>
              <a:latin typeface="Arial"/>
              <a:ea typeface="PingFang SC"/>
            </a:endParaRPr>
          </a:p>
        </p:txBody>
      </p:sp>
      <p:sp>
        <p:nvSpPr>
          <p:cNvPr id="174" name="Google Shape;246;p39"/>
          <p:cNvSpPr/>
          <p:nvPr/>
        </p:nvSpPr>
        <p:spPr>
          <a:xfrm>
            <a:off x="-24480" y="696600"/>
            <a:ext cx="8405640" cy="516600"/>
          </a:xfrm>
          <a:prstGeom prst="rect">
            <a:avLst/>
          </a:prstGeom>
          <a:noFill/>
          <a:ln w="0">
            <a:noFill/>
          </a:ln>
        </p:spPr>
        <p:style>
          <a:lnRef idx="0"/>
          <a:fillRef idx="0"/>
          <a:effectRef idx="0"/>
          <a:fontRef idx="minor"/>
        </p:style>
        <p:txBody>
          <a:bodyPr lIns="90000" rIns="90000" tIns="45000" bIns="45000" anchor="t">
            <a:spAutoFit/>
          </a:bodyPr>
          <a:p>
            <a:pPr>
              <a:lnSpc>
                <a:spcPct val="100000"/>
              </a:lnSpc>
              <a:tabLst>
                <a:tab algn="l" pos="0"/>
              </a:tabLst>
            </a:pPr>
            <a:r>
              <a:rPr b="1" lang="en-US" sz="2800" spc="-1" strike="noStrike">
                <a:solidFill>
                  <a:srgbClr val="c55a11"/>
                </a:solidFill>
                <a:latin typeface="Calibri"/>
                <a:ea typeface="Calibri"/>
              </a:rPr>
              <a:t>Design exercise - creating a simple system using GRASP</a:t>
            </a:r>
            <a:endParaRPr b="0" lang="en-US" sz="2800" spc="-1" strike="noStrike">
              <a:solidFill>
                <a:srgbClr val="000000"/>
              </a:solidFill>
              <a:latin typeface="Arial"/>
            </a:endParaRPr>
          </a:p>
        </p:txBody>
      </p:sp>
      <p:sp>
        <p:nvSpPr>
          <p:cNvPr id="175" name="Google Shape;268;p 1"/>
          <p:cNvSpPr/>
          <p:nvPr/>
        </p:nvSpPr>
        <p:spPr>
          <a:xfrm>
            <a:off x="5745600" y="1922400"/>
            <a:ext cx="2797920" cy="820800"/>
          </a:xfrm>
          <a:prstGeom prst="rect">
            <a:avLst/>
          </a:prstGeom>
          <a:solidFill>
            <a:schemeClr val="accent5"/>
          </a:solidFill>
          <a:ln w="9525">
            <a:solidFill>
              <a:srgbClr val="000000"/>
            </a:solidFill>
            <a:round/>
          </a:ln>
        </p:spPr>
        <p:style>
          <a:lnRef idx="0"/>
          <a:fillRef idx="0"/>
          <a:effectRef idx="0"/>
          <a:fontRef idx="minor"/>
        </p:style>
        <p:txBody>
          <a:bodyPr lIns="90000" rIns="90000" tIns="45000" bIns="45000" anchor="t">
            <a:spAutoFit/>
          </a:bodyPr>
          <a:p>
            <a:pPr>
              <a:lnSpc>
                <a:spcPct val="100000"/>
              </a:lnSpc>
              <a:tabLst>
                <a:tab algn="l" pos="0"/>
              </a:tabLst>
            </a:pPr>
            <a:r>
              <a:rPr b="0" lang="en-US" sz="1600" spc="-1" strike="noStrike">
                <a:solidFill>
                  <a:srgbClr val="000000"/>
                </a:solidFill>
                <a:latin typeface="Times New Roman"/>
                <a:ea typeface="Times New Roman"/>
              </a:rPr>
              <a:t>Information Expert → Book class is expert of availability information</a:t>
            </a:r>
            <a:endParaRPr b="0" lang="en-US" sz="16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cxnSp>
        <p:nvCxnSpPr>
          <p:cNvPr id="176" name="Google Shape;252;p41"/>
          <p:cNvCxnSpPr/>
          <p:nvPr/>
        </p:nvCxnSpPr>
        <p:spPr>
          <a:xfrm>
            <a:off x="0" y="1190880"/>
            <a:ext cx="6225840" cy="1080"/>
          </a:xfrm>
          <a:prstGeom prst="straightConnector1">
            <a:avLst/>
          </a:prstGeom>
          <a:ln w="38100">
            <a:solidFill>
              <a:srgbClr val="c55a11"/>
            </a:solidFill>
            <a:miter/>
          </a:ln>
        </p:spPr>
      </p:cxnSp>
      <p:sp>
        <p:nvSpPr>
          <p:cNvPr id="177" name="Google Shape;253;p41"/>
          <p:cNvSpPr/>
          <p:nvPr/>
        </p:nvSpPr>
        <p:spPr>
          <a:xfrm>
            <a:off x="285120" y="236520"/>
            <a:ext cx="7038720" cy="455400"/>
          </a:xfrm>
          <a:prstGeom prst="rect">
            <a:avLst/>
          </a:prstGeom>
          <a:noFill/>
          <a:ln w="0">
            <a:noFill/>
          </a:ln>
        </p:spPr>
        <p:style>
          <a:lnRef idx="0"/>
          <a:fillRef idx="0"/>
          <a:effectRef idx="0"/>
          <a:fontRef idx="minor"/>
        </p:style>
        <p:txBody>
          <a:bodyPr lIns="90000" rIns="90000" tIns="45000" bIns="45000" anchor="t">
            <a:spAutoFit/>
          </a:bodyPr>
          <a:p>
            <a:pPr>
              <a:lnSpc>
                <a:spcPct val="100000"/>
              </a:lnSpc>
              <a:tabLst>
                <a:tab algn="l" pos="0"/>
              </a:tabLst>
            </a:pPr>
            <a:r>
              <a:rPr b="1" lang="en-US" sz="2400" spc="-1" strike="noStrike">
                <a:solidFill>
                  <a:srgbClr val="2f5496"/>
                </a:solidFill>
                <a:latin typeface="Times New Roman"/>
                <a:ea typeface="Times New Roman"/>
              </a:rPr>
              <a:t>Object Oriented Analysis and Design </a:t>
            </a:r>
            <a:endParaRPr b="0" lang="en-US" sz="2400" spc="-1" strike="noStrike">
              <a:solidFill>
                <a:srgbClr val="000000"/>
              </a:solidFill>
              <a:latin typeface="Arial"/>
            </a:endParaRPr>
          </a:p>
        </p:txBody>
      </p:sp>
      <p:pic>
        <p:nvPicPr>
          <p:cNvPr id="178" name="Google Shape;254;p41" descr=""/>
          <p:cNvPicPr/>
          <p:nvPr/>
        </p:nvPicPr>
        <p:blipFill>
          <a:blip r:embed="rId1"/>
          <a:stretch/>
        </p:blipFill>
        <p:spPr>
          <a:xfrm>
            <a:off x="8382240" y="0"/>
            <a:ext cx="754560" cy="1287360"/>
          </a:xfrm>
          <a:prstGeom prst="rect">
            <a:avLst/>
          </a:prstGeom>
          <a:ln w="0">
            <a:noFill/>
          </a:ln>
        </p:spPr>
      </p:pic>
      <p:sp>
        <p:nvSpPr>
          <p:cNvPr id="179" name="Google Shape;255;p41"/>
          <p:cNvSpPr/>
          <p:nvPr/>
        </p:nvSpPr>
        <p:spPr>
          <a:xfrm>
            <a:off x="700560" y="1394640"/>
            <a:ext cx="5014440" cy="4439880"/>
          </a:xfrm>
          <a:prstGeom prst="rect">
            <a:avLst/>
          </a:prstGeom>
          <a:noFill/>
          <a:ln w="19050">
            <a:solidFill>
              <a:srgbClr val="000000"/>
            </a:solidFill>
            <a:round/>
          </a:ln>
        </p:spPr>
        <p:style>
          <a:lnRef idx="0"/>
          <a:fillRef idx="0"/>
          <a:effectRef idx="0"/>
          <a:fontRef idx="minor"/>
        </p:style>
        <p:txBody>
          <a:bodyPr lIns="90000" rIns="90000" tIns="45000" bIns="45000" anchor="t">
            <a:spAutoFit/>
          </a:bodyPr>
          <a:p>
            <a:pPr>
              <a:lnSpc>
                <a:spcPct val="100000"/>
              </a:lnSpc>
              <a:spcBef>
                <a:spcPts val="624"/>
              </a:spcBef>
              <a:spcAft>
                <a:spcPts val="425"/>
              </a:spcAft>
            </a:pPr>
            <a:r>
              <a:rPr b="0" lang="en-US" sz="1800" spc="-1" strike="noStrike">
                <a:solidFill>
                  <a:srgbClr val="000000"/>
                </a:solidFill>
                <a:latin typeface="Calibri"/>
                <a:ea typeface="Calibri"/>
              </a:rPr>
              <a:t>// Polymorphism</a:t>
            </a:r>
            <a:endParaRPr b="0" lang="en-US" sz="1800" spc="-1" strike="noStrike">
              <a:solidFill>
                <a:srgbClr val="000000"/>
              </a:solidFill>
              <a:latin typeface="Arial"/>
              <a:ea typeface="PingFang SC"/>
            </a:endParaRPr>
          </a:p>
          <a:p>
            <a:pPr>
              <a:lnSpc>
                <a:spcPct val="100000"/>
              </a:lnSpc>
              <a:spcBef>
                <a:spcPts val="624"/>
              </a:spcBef>
              <a:spcAft>
                <a:spcPts val="425"/>
              </a:spcAft>
            </a:pPr>
            <a:r>
              <a:rPr b="0" lang="en-US" sz="1800" spc="-1" strike="noStrike">
                <a:solidFill>
                  <a:srgbClr val="000000"/>
                </a:solidFill>
                <a:latin typeface="Calibri"/>
                <a:ea typeface="Calibri"/>
              </a:rPr>
              <a:t>class User { </a:t>
            </a:r>
            <a:endParaRPr b="0" lang="en-US" sz="1800" spc="-1" strike="noStrike">
              <a:solidFill>
                <a:srgbClr val="000000"/>
              </a:solidFill>
              <a:latin typeface="Arial"/>
              <a:ea typeface="PingFang SC"/>
            </a:endParaRPr>
          </a:p>
          <a:p>
            <a:pPr>
              <a:lnSpc>
                <a:spcPct val="100000"/>
              </a:lnSpc>
              <a:spcBef>
                <a:spcPts val="624"/>
              </a:spcBef>
              <a:spcAft>
                <a:spcPts val="425"/>
              </a:spcAft>
            </a:pPr>
            <a:r>
              <a:rPr b="0" lang="en-US" sz="1800" spc="-1" strike="noStrike">
                <a:solidFill>
                  <a:srgbClr val="000000"/>
                </a:solidFill>
                <a:latin typeface="Calibri"/>
                <a:ea typeface="Calibri"/>
              </a:rPr>
              <a:t>private String name; </a:t>
            </a:r>
            <a:endParaRPr b="0" lang="en-US" sz="1800" spc="-1" strike="noStrike">
              <a:solidFill>
                <a:srgbClr val="000000"/>
              </a:solidFill>
              <a:latin typeface="Arial"/>
              <a:ea typeface="PingFang SC"/>
            </a:endParaRPr>
          </a:p>
          <a:p>
            <a:pPr>
              <a:lnSpc>
                <a:spcPct val="100000"/>
              </a:lnSpc>
              <a:spcBef>
                <a:spcPts val="624"/>
              </a:spcBef>
              <a:spcAft>
                <a:spcPts val="425"/>
              </a:spcAft>
            </a:pPr>
            <a:r>
              <a:rPr b="0" lang="en-US" sz="1800" spc="-1" strike="noStrike">
                <a:solidFill>
                  <a:srgbClr val="000000"/>
                </a:solidFill>
                <a:latin typeface="Calibri"/>
                <a:ea typeface="Calibri"/>
              </a:rPr>
              <a:t>private int id;</a:t>
            </a:r>
            <a:endParaRPr b="0" lang="en-US" sz="1800" spc="-1" strike="noStrike">
              <a:solidFill>
                <a:srgbClr val="000000"/>
              </a:solidFill>
              <a:latin typeface="Arial"/>
              <a:ea typeface="PingFang SC"/>
            </a:endParaRPr>
          </a:p>
          <a:p>
            <a:pPr>
              <a:lnSpc>
                <a:spcPct val="100000"/>
              </a:lnSpc>
              <a:spcBef>
                <a:spcPts val="624"/>
              </a:spcBef>
              <a:spcAft>
                <a:spcPts val="425"/>
              </a:spcAft>
            </a:pPr>
            <a:r>
              <a:rPr b="0" lang="en-US" sz="1800" spc="-1" strike="noStrike">
                <a:solidFill>
                  <a:srgbClr val="000000"/>
                </a:solidFill>
                <a:latin typeface="Calibri"/>
                <a:ea typeface="Calibri"/>
              </a:rPr>
              <a:t>public User(String name, int id) { </a:t>
            </a:r>
            <a:endParaRPr b="0" lang="en-US" sz="1800" spc="-1" strike="noStrike">
              <a:solidFill>
                <a:srgbClr val="000000"/>
              </a:solidFill>
              <a:latin typeface="Arial"/>
              <a:ea typeface="PingFang SC"/>
            </a:endParaRPr>
          </a:p>
          <a:p>
            <a:pPr>
              <a:lnSpc>
                <a:spcPct val="100000"/>
              </a:lnSpc>
              <a:spcBef>
                <a:spcPts val="624"/>
              </a:spcBef>
              <a:spcAft>
                <a:spcPts val="425"/>
              </a:spcAft>
            </a:pPr>
            <a:r>
              <a:rPr b="0" lang="en-US" sz="1800" spc="-1" strike="noStrike">
                <a:solidFill>
                  <a:srgbClr val="000000"/>
                </a:solidFill>
                <a:latin typeface="Calibri"/>
                <a:ea typeface="Calibri"/>
              </a:rPr>
              <a:t>     </a:t>
            </a:r>
            <a:r>
              <a:rPr b="0" lang="en-US" sz="1800" spc="-1" strike="noStrike">
                <a:solidFill>
                  <a:srgbClr val="000000"/>
                </a:solidFill>
                <a:latin typeface="Calibri"/>
                <a:ea typeface="Calibri"/>
              </a:rPr>
              <a:t>this.name = name; </a:t>
            </a:r>
            <a:endParaRPr b="0" lang="en-US" sz="1800" spc="-1" strike="noStrike">
              <a:solidFill>
                <a:srgbClr val="000000"/>
              </a:solidFill>
              <a:latin typeface="Arial"/>
              <a:ea typeface="PingFang SC"/>
            </a:endParaRPr>
          </a:p>
          <a:p>
            <a:pPr>
              <a:lnSpc>
                <a:spcPct val="100000"/>
              </a:lnSpc>
              <a:spcBef>
                <a:spcPts val="624"/>
              </a:spcBef>
              <a:spcAft>
                <a:spcPts val="425"/>
              </a:spcAft>
            </a:pPr>
            <a:r>
              <a:rPr b="0" lang="en-US" sz="1800" spc="-1" strike="noStrike">
                <a:solidFill>
                  <a:srgbClr val="000000"/>
                </a:solidFill>
                <a:latin typeface="Calibri"/>
                <a:ea typeface="Calibri"/>
              </a:rPr>
              <a:t>      </a:t>
            </a:r>
            <a:r>
              <a:rPr b="0" lang="en-US" sz="1800" spc="-1" strike="noStrike">
                <a:solidFill>
                  <a:srgbClr val="000000"/>
                </a:solidFill>
                <a:latin typeface="Calibri"/>
                <a:ea typeface="Calibri"/>
              </a:rPr>
              <a:t>this.id = id; </a:t>
            </a:r>
            <a:endParaRPr b="0" lang="en-US" sz="1800" spc="-1" strike="noStrike">
              <a:solidFill>
                <a:srgbClr val="000000"/>
              </a:solidFill>
              <a:latin typeface="Arial"/>
              <a:ea typeface="PingFang SC"/>
            </a:endParaRPr>
          </a:p>
          <a:p>
            <a:pPr>
              <a:lnSpc>
                <a:spcPct val="100000"/>
              </a:lnSpc>
              <a:spcBef>
                <a:spcPts val="624"/>
              </a:spcBef>
              <a:spcAft>
                <a:spcPts val="425"/>
              </a:spcAft>
            </a:pPr>
            <a:r>
              <a:rPr b="0" lang="en-US" sz="1800" spc="-1" strike="noStrike">
                <a:solidFill>
                  <a:srgbClr val="000000"/>
                </a:solidFill>
                <a:latin typeface="Calibri"/>
                <a:ea typeface="Calibri"/>
              </a:rPr>
              <a:t>}</a:t>
            </a:r>
            <a:endParaRPr b="0" lang="en-US" sz="1800" spc="-1" strike="noStrike">
              <a:solidFill>
                <a:srgbClr val="000000"/>
              </a:solidFill>
              <a:latin typeface="Arial"/>
              <a:ea typeface="PingFang SC"/>
            </a:endParaRPr>
          </a:p>
          <a:p>
            <a:pPr>
              <a:lnSpc>
                <a:spcPct val="100000"/>
              </a:lnSpc>
              <a:spcBef>
                <a:spcPts val="624"/>
              </a:spcBef>
              <a:spcAft>
                <a:spcPts val="425"/>
              </a:spcAft>
            </a:pPr>
            <a:r>
              <a:rPr b="0" lang="en-US" sz="1800" spc="-1" strike="noStrike">
                <a:solidFill>
                  <a:srgbClr val="000000"/>
                </a:solidFill>
                <a:latin typeface="Calibri"/>
                <a:ea typeface="Calibri"/>
              </a:rPr>
              <a:t>public String getName(){ return name; }</a:t>
            </a:r>
            <a:endParaRPr b="0" lang="en-US" sz="1800" spc="-1" strike="noStrike">
              <a:solidFill>
                <a:srgbClr val="000000"/>
              </a:solidFill>
              <a:latin typeface="Arial"/>
              <a:ea typeface="PingFang SC"/>
            </a:endParaRPr>
          </a:p>
          <a:p>
            <a:pPr>
              <a:lnSpc>
                <a:spcPct val="100000"/>
              </a:lnSpc>
              <a:spcBef>
                <a:spcPts val="624"/>
              </a:spcBef>
              <a:spcAft>
                <a:spcPts val="425"/>
              </a:spcAft>
            </a:pPr>
            <a:r>
              <a:rPr b="0" lang="en-US" sz="1800" spc="-1" strike="noStrike">
                <a:solidFill>
                  <a:srgbClr val="000000"/>
                </a:solidFill>
                <a:latin typeface="Calibri"/>
                <a:ea typeface="Calibri"/>
              </a:rPr>
              <a:t>public int getId(){ return id; }</a:t>
            </a:r>
            <a:endParaRPr b="0" lang="en-US" sz="1800" spc="-1" strike="noStrike">
              <a:solidFill>
                <a:srgbClr val="000000"/>
              </a:solidFill>
              <a:latin typeface="Arial"/>
              <a:ea typeface="PingFang SC"/>
            </a:endParaRPr>
          </a:p>
          <a:p>
            <a:pPr>
              <a:lnSpc>
                <a:spcPct val="100000"/>
              </a:lnSpc>
              <a:spcBef>
                <a:spcPts val="624"/>
              </a:spcBef>
              <a:spcAft>
                <a:spcPts val="425"/>
              </a:spcAft>
            </a:pPr>
            <a:r>
              <a:rPr b="0" lang="en-US" sz="1800" spc="-1" strike="noStrike">
                <a:solidFill>
                  <a:srgbClr val="000000"/>
                </a:solidFill>
                <a:latin typeface="Calibri"/>
                <a:ea typeface="Calibri"/>
              </a:rPr>
              <a:t>}</a:t>
            </a:r>
            <a:endParaRPr b="0" lang="en-US" sz="1800" spc="-1" strike="noStrike">
              <a:solidFill>
                <a:srgbClr val="000000"/>
              </a:solidFill>
              <a:latin typeface="Arial"/>
              <a:ea typeface="PingFang SC"/>
            </a:endParaRPr>
          </a:p>
        </p:txBody>
      </p:sp>
      <p:sp>
        <p:nvSpPr>
          <p:cNvPr id="180" name="Google Shape;256;p41"/>
          <p:cNvSpPr/>
          <p:nvPr/>
        </p:nvSpPr>
        <p:spPr>
          <a:xfrm>
            <a:off x="-24480" y="696600"/>
            <a:ext cx="8405640" cy="516600"/>
          </a:xfrm>
          <a:prstGeom prst="rect">
            <a:avLst/>
          </a:prstGeom>
          <a:noFill/>
          <a:ln w="0">
            <a:noFill/>
          </a:ln>
        </p:spPr>
        <p:style>
          <a:lnRef idx="0"/>
          <a:fillRef idx="0"/>
          <a:effectRef idx="0"/>
          <a:fontRef idx="minor"/>
        </p:style>
        <p:txBody>
          <a:bodyPr lIns="90000" rIns="90000" tIns="45000" bIns="45000" anchor="t">
            <a:spAutoFit/>
          </a:bodyPr>
          <a:p>
            <a:pPr>
              <a:lnSpc>
                <a:spcPct val="100000"/>
              </a:lnSpc>
              <a:tabLst>
                <a:tab algn="l" pos="0"/>
              </a:tabLst>
            </a:pPr>
            <a:r>
              <a:rPr b="1" lang="en-US" sz="2800" spc="-1" strike="noStrike">
                <a:solidFill>
                  <a:srgbClr val="c55a11"/>
                </a:solidFill>
                <a:latin typeface="Calibri"/>
                <a:ea typeface="Calibri"/>
              </a:rPr>
              <a:t>Design exercise - creating a simple system using GRASP</a:t>
            </a:r>
            <a:endParaRPr b="0" lang="en-US" sz="2800" spc="-1" strike="noStrike">
              <a:solidFill>
                <a:srgbClr val="000000"/>
              </a:solidFill>
              <a:latin typeface="Arial"/>
            </a:endParaRPr>
          </a:p>
        </p:txBody>
      </p:sp>
      <p:sp>
        <p:nvSpPr>
          <p:cNvPr id="181" name="Google Shape;268;p 2"/>
          <p:cNvSpPr/>
          <p:nvPr/>
        </p:nvSpPr>
        <p:spPr>
          <a:xfrm>
            <a:off x="5745600" y="1922400"/>
            <a:ext cx="2797920" cy="1064520"/>
          </a:xfrm>
          <a:prstGeom prst="rect">
            <a:avLst/>
          </a:prstGeom>
          <a:solidFill>
            <a:schemeClr val="accent5"/>
          </a:solidFill>
          <a:ln w="9525">
            <a:solidFill>
              <a:srgbClr val="000000"/>
            </a:solidFill>
            <a:round/>
          </a:ln>
        </p:spPr>
        <p:style>
          <a:lnRef idx="0"/>
          <a:fillRef idx="0"/>
          <a:effectRef idx="0"/>
          <a:fontRef idx="minor"/>
        </p:style>
        <p:txBody>
          <a:bodyPr lIns="90000" rIns="90000" tIns="45000" bIns="45000" anchor="t">
            <a:spAutoFit/>
          </a:bodyPr>
          <a:p>
            <a:pPr>
              <a:lnSpc>
                <a:spcPct val="100000"/>
              </a:lnSpc>
              <a:tabLst>
                <a:tab algn="l" pos="0"/>
              </a:tabLst>
            </a:pPr>
            <a:r>
              <a:rPr b="0" lang="en-US" sz="1600" spc="-1" strike="noStrike">
                <a:solidFill>
                  <a:srgbClr val="000000"/>
                </a:solidFill>
                <a:latin typeface="Times New Roman"/>
                <a:ea typeface="Times New Roman"/>
              </a:rPr>
              <a:t>Polymorphism → User class can be extended further for different types of users (Student, Teacher etc..)</a:t>
            </a:r>
            <a:endParaRPr b="0" lang="en-US" sz="16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cxnSp>
        <p:nvCxnSpPr>
          <p:cNvPr id="182" name="Google Shape;262;p93"/>
          <p:cNvCxnSpPr/>
          <p:nvPr/>
        </p:nvCxnSpPr>
        <p:spPr>
          <a:xfrm>
            <a:off x="0" y="1190880"/>
            <a:ext cx="6225840" cy="1080"/>
          </a:xfrm>
          <a:prstGeom prst="straightConnector1">
            <a:avLst/>
          </a:prstGeom>
          <a:ln w="38100">
            <a:solidFill>
              <a:srgbClr val="c55a11"/>
            </a:solidFill>
            <a:miter/>
          </a:ln>
        </p:spPr>
      </p:cxnSp>
      <p:sp>
        <p:nvSpPr>
          <p:cNvPr id="183" name="Google Shape;263;p93"/>
          <p:cNvSpPr/>
          <p:nvPr/>
        </p:nvSpPr>
        <p:spPr>
          <a:xfrm>
            <a:off x="285120" y="236520"/>
            <a:ext cx="7038720" cy="455400"/>
          </a:xfrm>
          <a:prstGeom prst="rect">
            <a:avLst/>
          </a:prstGeom>
          <a:noFill/>
          <a:ln w="0">
            <a:noFill/>
          </a:ln>
        </p:spPr>
        <p:style>
          <a:lnRef idx="0"/>
          <a:fillRef idx="0"/>
          <a:effectRef idx="0"/>
          <a:fontRef idx="minor"/>
        </p:style>
        <p:txBody>
          <a:bodyPr lIns="90000" rIns="90000" tIns="45000" bIns="45000" anchor="t">
            <a:spAutoFit/>
          </a:bodyPr>
          <a:p>
            <a:pPr>
              <a:lnSpc>
                <a:spcPct val="100000"/>
              </a:lnSpc>
              <a:tabLst>
                <a:tab algn="l" pos="0"/>
              </a:tabLst>
            </a:pPr>
            <a:r>
              <a:rPr b="1" lang="en-US" sz="2400" spc="-1" strike="noStrike">
                <a:solidFill>
                  <a:srgbClr val="2f5496"/>
                </a:solidFill>
                <a:latin typeface="Times New Roman"/>
                <a:ea typeface="Times New Roman"/>
              </a:rPr>
              <a:t>Object Oriented Analysis and Design </a:t>
            </a:r>
            <a:endParaRPr b="0" lang="en-US" sz="2400" spc="-1" strike="noStrike">
              <a:solidFill>
                <a:srgbClr val="000000"/>
              </a:solidFill>
              <a:latin typeface="Arial"/>
            </a:endParaRPr>
          </a:p>
        </p:txBody>
      </p:sp>
      <p:sp>
        <p:nvSpPr>
          <p:cNvPr id="184" name="Google Shape;264;p93"/>
          <p:cNvSpPr/>
          <p:nvPr/>
        </p:nvSpPr>
        <p:spPr>
          <a:xfrm>
            <a:off x="0" y="1197720"/>
            <a:ext cx="9013680" cy="546480"/>
          </a:xfrm>
          <a:prstGeom prst="rect">
            <a:avLst/>
          </a:prstGeom>
          <a:noFill/>
          <a:ln w="0">
            <a:noFill/>
          </a:ln>
        </p:spPr>
        <p:style>
          <a:lnRef idx="0"/>
          <a:fillRef idx="0"/>
          <a:effectRef idx="0"/>
          <a:fontRef idx="minor"/>
        </p:style>
        <p:txBody>
          <a:bodyPr lIns="90000" rIns="90000" tIns="45000" bIns="45000" anchor="t">
            <a:spAutoFit/>
          </a:bodyPr>
          <a:p>
            <a:pPr marL="435240" indent="-216000" algn="just">
              <a:lnSpc>
                <a:spcPct val="150000"/>
              </a:lnSpc>
              <a:tabLst>
                <a:tab algn="l" pos="0"/>
              </a:tabLst>
            </a:pPr>
            <a:endParaRPr b="0" lang="en-US" sz="2200" spc="-1" strike="noStrike">
              <a:solidFill>
                <a:schemeClr val="dk1"/>
              </a:solidFill>
              <a:latin typeface="Calibri"/>
              <a:ea typeface="Calibri"/>
            </a:endParaRPr>
          </a:p>
        </p:txBody>
      </p:sp>
      <p:pic>
        <p:nvPicPr>
          <p:cNvPr id="185" name="Google Shape;265;p93" descr=""/>
          <p:cNvPicPr/>
          <p:nvPr/>
        </p:nvPicPr>
        <p:blipFill>
          <a:blip r:embed="rId1"/>
          <a:stretch/>
        </p:blipFill>
        <p:spPr>
          <a:xfrm>
            <a:off x="8382240" y="0"/>
            <a:ext cx="754560" cy="1287360"/>
          </a:xfrm>
          <a:prstGeom prst="rect">
            <a:avLst/>
          </a:prstGeom>
          <a:ln w="0">
            <a:noFill/>
          </a:ln>
        </p:spPr>
      </p:pic>
      <p:sp>
        <p:nvSpPr>
          <p:cNvPr id="186" name="Google Shape;266;p93"/>
          <p:cNvSpPr/>
          <p:nvPr/>
        </p:nvSpPr>
        <p:spPr>
          <a:xfrm>
            <a:off x="228600" y="1288440"/>
            <a:ext cx="5943600" cy="5605200"/>
          </a:xfrm>
          <a:prstGeom prst="rect">
            <a:avLst/>
          </a:prstGeom>
          <a:noFill/>
          <a:ln w="19050">
            <a:solidFill>
              <a:srgbClr val="000000"/>
            </a:solidFill>
            <a:round/>
          </a:ln>
        </p:spPr>
        <p:style>
          <a:lnRef idx="0"/>
          <a:fillRef idx="0"/>
          <a:effectRef idx="0"/>
          <a:fontRef idx="minor"/>
        </p:style>
        <p:txBody>
          <a:bodyPr lIns="90000" rIns="90000" tIns="45000" bIns="45000" anchor="t">
            <a:spAutoFit/>
          </a:bodyPr>
          <a:p>
            <a:pPr>
              <a:lnSpc>
                <a:spcPct val="100000"/>
              </a:lnSpc>
            </a:pPr>
            <a:r>
              <a:rPr b="0" lang="en-US" sz="1600" spc="-1" strike="noStrike">
                <a:solidFill>
                  <a:srgbClr val="000000"/>
                </a:solidFill>
                <a:latin typeface="Calibri"/>
                <a:ea typeface="Calibri"/>
              </a:rPr>
              <a:t>class Library {</a:t>
            </a:r>
            <a:endParaRPr b="0" lang="en-US" sz="1600" spc="-1" strike="noStrike">
              <a:solidFill>
                <a:srgbClr val="000000"/>
              </a:solidFill>
              <a:latin typeface="Arial"/>
            </a:endParaRPr>
          </a:p>
          <a:p>
            <a:pPr>
              <a:lnSpc>
                <a:spcPct val="100000"/>
              </a:lnSpc>
            </a:pPr>
            <a:r>
              <a:rPr b="0" lang="en-US" sz="1600" spc="-1" strike="noStrike">
                <a:solidFill>
                  <a:srgbClr val="000000"/>
                </a:solidFill>
                <a:latin typeface="Calibri"/>
                <a:ea typeface="Calibri"/>
              </a:rPr>
              <a:t>    </a:t>
            </a:r>
            <a:r>
              <a:rPr b="0" lang="en-US" sz="1600" spc="-1" strike="noStrike">
                <a:solidFill>
                  <a:srgbClr val="000000"/>
                </a:solidFill>
                <a:latin typeface="Calibri"/>
                <a:ea typeface="Calibri"/>
              </a:rPr>
              <a:t>private List&lt;User&gt; userList = new ArrayList&lt;User&gt;();</a:t>
            </a:r>
            <a:endParaRPr b="0" lang="en-US" sz="1600" spc="-1" strike="noStrike">
              <a:solidFill>
                <a:srgbClr val="000000"/>
              </a:solidFill>
              <a:latin typeface="Arial"/>
            </a:endParaRPr>
          </a:p>
          <a:p>
            <a:pPr>
              <a:lnSpc>
                <a:spcPct val="100000"/>
              </a:lnSpc>
            </a:pPr>
            <a:r>
              <a:rPr b="0" lang="en-US" sz="1600" spc="-1" strike="noStrike">
                <a:solidFill>
                  <a:srgbClr val="000000"/>
                </a:solidFill>
                <a:latin typeface="Calibri"/>
                <a:ea typeface="Calibri"/>
              </a:rPr>
              <a:t>    </a:t>
            </a:r>
            <a:r>
              <a:rPr b="0" lang="en-US" sz="1600" spc="-1" strike="noStrike">
                <a:solidFill>
                  <a:srgbClr val="000000"/>
                </a:solidFill>
                <a:latin typeface="Calibri"/>
                <a:ea typeface="Calibri"/>
              </a:rPr>
              <a:t>private List&lt;Book&gt; bookList = new ArrayList&lt;Book&gt;();</a:t>
            </a:r>
            <a:endParaRPr b="0" lang="en-US" sz="16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0" lang="en-US" sz="1600" spc="-1" strike="noStrike">
                <a:solidFill>
                  <a:srgbClr val="000000"/>
                </a:solidFill>
                <a:latin typeface="Calibri"/>
                <a:ea typeface="Calibri"/>
              </a:rPr>
              <a:t>    </a:t>
            </a:r>
            <a:r>
              <a:rPr b="0" lang="en-US" sz="1600" spc="-1" strike="noStrike">
                <a:solidFill>
                  <a:srgbClr val="000000"/>
                </a:solidFill>
                <a:latin typeface="Calibri"/>
                <a:ea typeface="Calibri"/>
              </a:rPr>
              <a:t>public void addUser(String name, int id){</a:t>
            </a:r>
            <a:endParaRPr b="0" lang="en-US" sz="1600" spc="-1" strike="noStrike">
              <a:solidFill>
                <a:srgbClr val="000000"/>
              </a:solidFill>
              <a:latin typeface="Arial"/>
            </a:endParaRPr>
          </a:p>
          <a:p>
            <a:pPr>
              <a:lnSpc>
                <a:spcPct val="100000"/>
              </a:lnSpc>
            </a:pPr>
            <a:r>
              <a:rPr b="0" lang="en-US" sz="1600" spc="-1" strike="noStrike">
                <a:solidFill>
                  <a:srgbClr val="000000"/>
                </a:solidFill>
                <a:latin typeface="Calibri"/>
                <a:ea typeface="Calibri"/>
              </a:rPr>
              <a:t>        </a:t>
            </a:r>
            <a:r>
              <a:rPr b="0" lang="en-US" sz="1600" spc="-1" strike="noStrike">
                <a:solidFill>
                  <a:srgbClr val="000000"/>
                </a:solidFill>
                <a:latin typeface="Calibri"/>
                <a:ea typeface="Calibri"/>
              </a:rPr>
              <a:t>User newUser = new User(name, id); </a:t>
            </a:r>
            <a:endParaRPr b="0" lang="en-US" sz="1600" spc="-1" strike="noStrike">
              <a:solidFill>
                <a:srgbClr val="000000"/>
              </a:solidFill>
              <a:latin typeface="Arial"/>
            </a:endParaRPr>
          </a:p>
          <a:p>
            <a:pPr>
              <a:lnSpc>
                <a:spcPct val="100000"/>
              </a:lnSpc>
            </a:pPr>
            <a:r>
              <a:rPr b="0" lang="en-US" sz="1600" spc="-1" strike="noStrike">
                <a:solidFill>
                  <a:srgbClr val="000000"/>
                </a:solidFill>
                <a:latin typeface="Calibri"/>
                <a:ea typeface="Calibri"/>
              </a:rPr>
              <a:t>        </a:t>
            </a:r>
            <a:r>
              <a:rPr b="0" lang="en-US" sz="1600" spc="-1" strike="noStrike">
                <a:solidFill>
                  <a:srgbClr val="000000"/>
                </a:solidFill>
                <a:latin typeface="Calibri"/>
                <a:ea typeface="Calibri"/>
              </a:rPr>
              <a:t>userList.add(newUser);</a:t>
            </a:r>
            <a:endParaRPr b="0" lang="en-US" sz="1600" spc="-1" strike="noStrike">
              <a:solidFill>
                <a:srgbClr val="000000"/>
              </a:solidFill>
              <a:latin typeface="Arial"/>
            </a:endParaRPr>
          </a:p>
          <a:p>
            <a:pPr>
              <a:lnSpc>
                <a:spcPct val="100000"/>
              </a:lnSpc>
            </a:pPr>
            <a:r>
              <a:rPr b="0" lang="en-US" sz="1600" spc="-1" strike="noStrike">
                <a:solidFill>
                  <a:srgbClr val="000000"/>
                </a:solidFill>
                <a:latin typeface="Calibri"/>
                <a:ea typeface="Calibri"/>
              </a:rPr>
              <a:t>    </a:t>
            </a:r>
            <a:r>
              <a:rPr b="0" lang="en-US" sz="1600" spc="-1" strike="noStrike">
                <a:solidFill>
                  <a:srgbClr val="000000"/>
                </a:solidFill>
                <a:latin typeface="Calibri"/>
                <a:ea typeface="Calibri"/>
              </a:rPr>
              <a:t>}</a:t>
            </a:r>
            <a:endParaRPr b="0" lang="en-US" sz="16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0" lang="en-US" sz="1600" spc="-1" strike="noStrike">
                <a:solidFill>
                  <a:srgbClr val="000000"/>
                </a:solidFill>
                <a:latin typeface="Calibri"/>
                <a:ea typeface="Calibri"/>
              </a:rPr>
              <a:t>    </a:t>
            </a:r>
            <a:r>
              <a:rPr b="0" lang="en-US" sz="1600" spc="-1" strike="noStrike">
                <a:solidFill>
                  <a:srgbClr val="000000"/>
                </a:solidFill>
                <a:latin typeface="Calibri"/>
                <a:ea typeface="Calibri"/>
              </a:rPr>
              <a:t>public void addBook(String title, String author){</a:t>
            </a:r>
            <a:endParaRPr b="0" lang="en-US" sz="1600" spc="-1" strike="noStrike">
              <a:solidFill>
                <a:srgbClr val="000000"/>
              </a:solidFill>
              <a:latin typeface="Arial"/>
            </a:endParaRPr>
          </a:p>
          <a:p>
            <a:pPr>
              <a:lnSpc>
                <a:spcPct val="100000"/>
              </a:lnSpc>
            </a:pPr>
            <a:r>
              <a:rPr b="0" lang="en-US" sz="1600" spc="-1" strike="noStrike">
                <a:solidFill>
                  <a:srgbClr val="000000"/>
                </a:solidFill>
                <a:latin typeface="Calibri"/>
                <a:ea typeface="Calibri"/>
              </a:rPr>
              <a:t>        </a:t>
            </a:r>
            <a:r>
              <a:rPr b="0" lang="en-US" sz="1600" spc="-1" strike="noStrike">
                <a:solidFill>
                  <a:srgbClr val="000000"/>
                </a:solidFill>
                <a:latin typeface="Calibri"/>
                <a:ea typeface="Calibri"/>
              </a:rPr>
              <a:t>Book newBook = new Book(title, author); </a:t>
            </a:r>
            <a:endParaRPr b="0" lang="en-US" sz="1600" spc="-1" strike="noStrike">
              <a:solidFill>
                <a:srgbClr val="000000"/>
              </a:solidFill>
              <a:latin typeface="Arial"/>
            </a:endParaRPr>
          </a:p>
          <a:p>
            <a:pPr>
              <a:lnSpc>
                <a:spcPct val="100000"/>
              </a:lnSpc>
            </a:pPr>
            <a:r>
              <a:rPr b="0" lang="en-US" sz="1600" spc="-1" strike="noStrike">
                <a:solidFill>
                  <a:srgbClr val="000000"/>
                </a:solidFill>
                <a:latin typeface="Calibri"/>
                <a:ea typeface="Calibri"/>
              </a:rPr>
              <a:t>        </a:t>
            </a:r>
            <a:r>
              <a:rPr b="0" lang="en-US" sz="1600" spc="-1" strike="noStrike">
                <a:solidFill>
                  <a:srgbClr val="000000"/>
                </a:solidFill>
                <a:latin typeface="Calibri"/>
                <a:ea typeface="Calibri"/>
              </a:rPr>
              <a:t>bookList.add(newBook);</a:t>
            </a:r>
            <a:endParaRPr b="0" lang="en-US" sz="1600" spc="-1" strike="noStrike">
              <a:solidFill>
                <a:srgbClr val="000000"/>
              </a:solidFill>
              <a:latin typeface="Arial"/>
            </a:endParaRPr>
          </a:p>
          <a:p>
            <a:pPr>
              <a:lnSpc>
                <a:spcPct val="100000"/>
              </a:lnSpc>
            </a:pPr>
            <a:r>
              <a:rPr b="0" lang="en-US" sz="1600" spc="-1" strike="noStrike">
                <a:solidFill>
                  <a:srgbClr val="000000"/>
                </a:solidFill>
                <a:latin typeface="Calibri"/>
                <a:ea typeface="Calibri"/>
              </a:rPr>
              <a:t>    </a:t>
            </a:r>
            <a:r>
              <a:rPr b="0" lang="en-US" sz="1600" spc="-1" strike="noStrike">
                <a:solidFill>
                  <a:srgbClr val="000000"/>
                </a:solidFill>
                <a:latin typeface="Calibri"/>
                <a:ea typeface="Calibri"/>
              </a:rPr>
              <a:t>}</a:t>
            </a:r>
            <a:endParaRPr b="0" lang="en-US" sz="16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0" lang="en-US" sz="1600" spc="-1" strike="noStrike">
                <a:solidFill>
                  <a:srgbClr val="000000"/>
                </a:solidFill>
                <a:latin typeface="Calibri"/>
                <a:ea typeface="Calibri"/>
              </a:rPr>
              <a:t>    </a:t>
            </a:r>
            <a:r>
              <a:rPr b="0" lang="en-US" sz="1600" spc="-1" strike="noStrike">
                <a:solidFill>
                  <a:srgbClr val="000000"/>
                </a:solidFill>
                <a:latin typeface="Calibri"/>
                <a:ea typeface="Calibri"/>
              </a:rPr>
              <a:t>public List&lt;Book&gt; getBooks(){</a:t>
            </a:r>
            <a:endParaRPr b="0" lang="en-US" sz="1600" spc="-1" strike="noStrike">
              <a:solidFill>
                <a:srgbClr val="000000"/>
              </a:solidFill>
              <a:latin typeface="Arial"/>
            </a:endParaRPr>
          </a:p>
          <a:p>
            <a:pPr>
              <a:lnSpc>
                <a:spcPct val="100000"/>
              </a:lnSpc>
            </a:pPr>
            <a:r>
              <a:rPr b="0" lang="en-US" sz="1600" spc="-1" strike="noStrike">
                <a:solidFill>
                  <a:srgbClr val="000000"/>
                </a:solidFill>
                <a:latin typeface="Calibri"/>
                <a:ea typeface="Calibri"/>
              </a:rPr>
              <a:t>        </a:t>
            </a:r>
            <a:r>
              <a:rPr b="0" lang="en-US" sz="1600" spc="-1" strike="noStrike">
                <a:solidFill>
                  <a:srgbClr val="000000"/>
                </a:solidFill>
                <a:latin typeface="Calibri"/>
                <a:ea typeface="Calibri"/>
              </a:rPr>
              <a:t>return bookList;</a:t>
            </a:r>
            <a:endParaRPr b="0" lang="en-US" sz="1600" spc="-1" strike="noStrike">
              <a:solidFill>
                <a:srgbClr val="000000"/>
              </a:solidFill>
              <a:latin typeface="Arial"/>
            </a:endParaRPr>
          </a:p>
          <a:p>
            <a:pPr>
              <a:lnSpc>
                <a:spcPct val="100000"/>
              </a:lnSpc>
            </a:pPr>
            <a:r>
              <a:rPr b="0" lang="en-US" sz="1600" spc="-1" strike="noStrike">
                <a:solidFill>
                  <a:srgbClr val="000000"/>
                </a:solidFill>
                <a:latin typeface="Calibri"/>
                <a:ea typeface="Calibri"/>
              </a:rPr>
              <a:t>    </a:t>
            </a:r>
            <a:r>
              <a:rPr b="0" lang="en-US" sz="1600" spc="-1" strike="noStrike">
                <a:solidFill>
                  <a:srgbClr val="000000"/>
                </a:solidFill>
                <a:latin typeface="Calibri"/>
                <a:ea typeface="Calibri"/>
              </a:rPr>
              <a:t>}</a:t>
            </a:r>
            <a:endParaRPr b="0" lang="en-US" sz="16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0" lang="en-US" sz="1600" spc="-1" strike="noStrike">
                <a:solidFill>
                  <a:srgbClr val="000000"/>
                </a:solidFill>
                <a:latin typeface="Calibri"/>
                <a:ea typeface="Calibri"/>
              </a:rPr>
              <a:t>    </a:t>
            </a:r>
            <a:r>
              <a:rPr b="0" lang="en-US" sz="1600" spc="-1" strike="noStrike">
                <a:solidFill>
                  <a:srgbClr val="000000"/>
                </a:solidFill>
                <a:latin typeface="Calibri"/>
                <a:ea typeface="Calibri"/>
              </a:rPr>
              <a:t>public List&lt;User&gt; getUsers() {</a:t>
            </a:r>
            <a:endParaRPr b="0" lang="en-US" sz="1600" spc="-1" strike="noStrike">
              <a:solidFill>
                <a:srgbClr val="000000"/>
              </a:solidFill>
              <a:latin typeface="Arial"/>
            </a:endParaRPr>
          </a:p>
          <a:p>
            <a:pPr>
              <a:lnSpc>
                <a:spcPct val="100000"/>
              </a:lnSpc>
            </a:pPr>
            <a:r>
              <a:rPr b="0" lang="en-US" sz="1600" spc="-1" strike="noStrike">
                <a:solidFill>
                  <a:srgbClr val="000000"/>
                </a:solidFill>
                <a:latin typeface="Calibri"/>
                <a:ea typeface="Calibri"/>
              </a:rPr>
              <a:t>        </a:t>
            </a:r>
            <a:r>
              <a:rPr b="0" lang="en-US" sz="1600" spc="-1" strike="noStrike">
                <a:solidFill>
                  <a:srgbClr val="000000"/>
                </a:solidFill>
                <a:latin typeface="Calibri"/>
                <a:ea typeface="Calibri"/>
              </a:rPr>
              <a:t>return userList;</a:t>
            </a:r>
            <a:endParaRPr b="0" lang="en-US" sz="1600" spc="-1" strike="noStrike">
              <a:solidFill>
                <a:srgbClr val="000000"/>
              </a:solidFill>
              <a:latin typeface="Arial"/>
            </a:endParaRPr>
          </a:p>
          <a:p>
            <a:pPr>
              <a:lnSpc>
                <a:spcPct val="100000"/>
              </a:lnSpc>
            </a:pPr>
            <a:r>
              <a:rPr b="0" lang="en-US" sz="1600" spc="-1" strike="noStrike">
                <a:solidFill>
                  <a:srgbClr val="000000"/>
                </a:solidFill>
                <a:latin typeface="Calibri"/>
                <a:ea typeface="Calibri"/>
              </a:rPr>
              <a:t>    </a:t>
            </a:r>
            <a:r>
              <a:rPr b="0" lang="en-US" sz="1600" spc="-1" strike="noStrike">
                <a:solidFill>
                  <a:srgbClr val="000000"/>
                </a:solidFill>
                <a:latin typeface="Calibri"/>
                <a:ea typeface="Calibri"/>
              </a:rPr>
              <a:t>}</a:t>
            </a:r>
            <a:endParaRPr b="0" lang="en-US" sz="1600" spc="-1" strike="noStrike">
              <a:solidFill>
                <a:srgbClr val="000000"/>
              </a:solidFill>
              <a:latin typeface="Arial"/>
            </a:endParaRPr>
          </a:p>
          <a:p>
            <a:pPr>
              <a:lnSpc>
                <a:spcPct val="100000"/>
              </a:lnSpc>
            </a:pPr>
            <a:endParaRPr b="0" lang="en-US" sz="1800" spc="-1" strike="noStrike">
              <a:solidFill>
                <a:srgbClr val="000000"/>
              </a:solidFill>
              <a:latin typeface="Arial"/>
            </a:endParaRPr>
          </a:p>
        </p:txBody>
      </p:sp>
      <p:sp>
        <p:nvSpPr>
          <p:cNvPr id="187" name="Google Shape;267;p93"/>
          <p:cNvSpPr/>
          <p:nvPr/>
        </p:nvSpPr>
        <p:spPr>
          <a:xfrm>
            <a:off x="-24480" y="696600"/>
            <a:ext cx="8405640" cy="516600"/>
          </a:xfrm>
          <a:prstGeom prst="rect">
            <a:avLst/>
          </a:prstGeom>
          <a:noFill/>
          <a:ln w="0">
            <a:noFill/>
          </a:ln>
        </p:spPr>
        <p:style>
          <a:lnRef idx="0"/>
          <a:fillRef idx="0"/>
          <a:effectRef idx="0"/>
          <a:fontRef idx="minor"/>
        </p:style>
        <p:txBody>
          <a:bodyPr lIns="90000" rIns="90000" tIns="45000" bIns="45000" anchor="t">
            <a:spAutoFit/>
          </a:bodyPr>
          <a:p>
            <a:pPr>
              <a:lnSpc>
                <a:spcPct val="100000"/>
              </a:lnSpc>
              <a:tabLst>
                <a:tab algn="l" pos="0"/>
              </a:tabLst>
            </a:pPr>
            <a:r>
              <a:rPr b="1" lang="en-US" sz="2800" spc="-1" strike="noStrike">
                <a:solidFill>
                  <a:srgbClr val="c55a11"/>
                </a:solidFill>
                <a:latin typeface="Calibri"/>
                <a:ea typeface="Calibri"/>
              </a:rPr>
              <a:t>Design exercise - creating a simple system using GRASP</a:t>
            </a:r>
            <a:endParaRPr b="0" lang="en-US" sz="2800" spc="-1" strike="noStrike">
              <a:solidFill>
                <a:srgbClr val="000000"/>
              </a:solidFill>
              <a:latin typeface="Arial"/>
            </a:endParaRPr>
          </a:p>
        </p:txBody>
      </p:sp>
      <p:sp>
        <p:nvSpPr>
          <p:cNvPr id="188" name="Google Shape;268;p93"/>
          <p:cNvSpPr/>
          <p:nvPr/>
        </p:nvSpPr>
        <p:spPr>
          <a:xfrm>
            <a:off x="6352920" y="1499400"/>
            <a:ext cx="2797920" cy="577080"/>
          </a:xfrm>
          <a:prstGeom prst="rect">
            <a:avLst/>
          </a:prstGeom>
          <a:solidFill>
            <a:schemeClr val="accent5"/>
          </a:solidFill>
          <a:ln w="9525">
            <a:solidFill>
              <a:srgbClr val="000000"/>
            </a:solidFill>
            <a:round/>
          </a:ln>
        </p:spPr>
        <p:style>
          <a:lnRef idx="0"/>
          <a:fillRef idx="0"/>
          <a:effectRef idx="0"/>
          <a:fontRef idx="minor"/>
        </p:style>
        <p:txBody>
          <a:bodyPr lIns="90000" rIns="90000" tIns="45000" bIns="45000" anchor="t">
            <a:spAutoFit/>
          </a:bodyPr>
          <a:p>
            <a:pPr>
              <a:lnSpc>
                <a:spcPct val="100000"/>
              </a:lnSpc>
              <a:tabLst>
                <a:tab algn="l" pos="0"/>
              </a:tabLst>
            </a:pPr>
            <a:r>
              <a:rPr b="1" lang="en-US" sz="1600" spc="-1" strike="noStrike">
                <a:solidFill>
                  <a:srgbClr val="000000"/>
                </a:solidFill>
                <a:latin typeface="Times New Roman"/>
                <a:ea typeface="Times New Roman"/>
              </a:rPr>
              <a:t>Creator</a:t>
            </a:r>
            <a:r>
              <a:rPr b="0" lang="en-US" sz="1600" spc="-1" strike="noStrike">
                <a:solidFill>
                  <a:srgbClr val="000000"/>
                </a:solidFill>
                <a:latin typeface="Times New Roman"/>
                <a:ea typeface="Times New Roman"/>
              </a:rPr>
              <a:t> → Library class creates Book and User objects.</a:t>
            </a:r>
            <a:endParaRPr b="0" lang="en-US" sz="16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189" name=""/>
          <p:cNvGraphicFramePr/>
          <p:nvPr/>
        </p:nvGraphicFramePr>
        <p:xfrm>
          <a:off x="416160" y="947520"/>
          <a:ext cx="7813440" cy="5960160"/>
        </p:xfrm>
        <a:graphic>
          <a:graphicData uri="http://schemas.openxmlformats.org/drawingml/2006/table">
            <a:tbl>
              <a:tblPr/>
              <a:tblGrid>
                <a:gridCol w="7813440"/>
              </a:tblGrid>
              <a:tr h="364680">
                <a:tc>
                  <a:txBody>
                    <a:bodyPr lIns="36000" rIns="36000" anchor="t">
                      <a:noAutofit/>
                    </a:bodyPr>
                    <a:p>
                      <a:pPr>
                        <a:lnSpc>
                          <a:spcPct val="100000"/>
                        </a:lnSpc>
                        <a:tabLst>
                          <a:tab algn="l" pos="0"/>
                        </a:tabLst>
                      </a:pPr>
                      <a:r>
                        <a:rPr b="0" lang="en-US" sz="1600" spc="-1" strike="noStrike">
                          <a:solidFill>
                            <a:srgbClr val="000000"/>
                          </a:solidFill>
                          <a:latin typeface="Times New Roman"/>
                        </a:rPr>
                        <a:t>public void borrowBook(String title){</a:t>
                      </a:r>
                      <a:endParaRPr b="0" lang="en-US" sz="1600" spc="-1" strike="noStrike">
                        <a:solidFill>
                          <a:srgbClr val="000000"/>
                        </a:solidFill>
                        <a:latin typeface="Arial"/>
                      </a:endParaRPr>
                    </a:p>
                    <a:p>
                      <a:pPr>
                        <a:lnSpc>
                          <a:spcPct val="100000"/>
                        </a:lnSpc>
                        <a:tabLst>
                          <a:tab algn="l" pos="0"/>
                        </a:tabLst>
                      </a:pPr>
                      <a:r>
                        <a:rPr b="0" lang="en-US" sz="1600" spc="-1" strike="noStrike">
                          <a:solidFill>
                            <a:srgbClr val="000000"/>
                          </a:solidFill>
                          <a:latin typeface="Times New Roman"/>
                        </a:rPr>
                        <a:t>        </a:t>
                      </a:r>
                      <a:r>
                        <a:rPr b="0" lang="en-US" sz="1600" spc="-1" strike="noStrike">
                          <a:solidFill>
                            <a:srgbClr val="000000"/>
                          </a:solidFill>
                          <a:latin typeface="Times New Roman"/>
                        </a:rPr>
                        <a:t>for (Book book : bookList) {</a:t>
                      </a:r>
                      <a:endParaRPr b="0" lang="en-US" sz="1600" spc="-1" strike="noStrike">
                        <a:solidFill>
                          <a:srgbClr val="000000"/>
                        </a:solidFill>
                        <a:latin typeface="Arial"/>
                      </a:endParaRPr>
                    </a:p>
                    <a:p>
                      <a:pPr>
                        <a:lnSpc>
                          <a:spcPct val="100000"/>
                        </a:lnSpc>
                        <a:tabLst>
                          <a:tab algn="l" pos="0"/>
                        </a:tabLst>
                      </a:pPr>
                      <a:r>
                        <a:rPr b="0" lang="en-US" sz="1600" spc="-1" strike="noStrike">
                          <a:solidFill>
                            <a:srgbClr val="000000"/>
                          </a:solidFill>
                          <a:latin typeface="Times New Roman"/>
                        </a:rPr>
                        <a:t>            </a:t>
                      </a:r>
                      <a:r>
                        <a:rPr b="0" lang="en-US" sz="1600" spc="-1" strike="noStrike">
                          <a:solidFill>
                            <a:srgbClr val="000000"/>
                          </a:solidFill>
                          <a:latin typeface="Times New Roman"/>
                        </a:rPr>
                        <a:t>if(book.getTitle().equalsIgnoreCase(title)){</a:t>
                      </a:r>
                      <a:endParaRPr b="0" lang="en-US" sz="1600" spc="-1" strike="noStrike">
                        <a:solidFill>
                          <a:srgbClr val="000000"/>
                        </a:solidFill>
                        <a:latin typeface="Arial"/>
                      </a:endParaRPr>
                    </a:p>
                    <a:p>
                      <a:pPr>
                        <a:lnSpc>
                          <a:spcPct val="100000"/>
                        </a:lnSpc>
                        <a:tabLst>
                          <a:tab algn="l" pos="0"/>
                        </a:tabLst>
                      </a:pPr>
                      <a:r>
                        <a:rPr b="0" lang="en-US" sz="1600" spc="-1" strike="noStrike">
                          <a:solidFill>
                            <a:srgbClr val="000000"/>
                          </a:solidFill>
                          <a:latin typeface="Times New Roman"/>
                        </a:rPr>
                        <a:t>                </a:t>
                      </a:r>
                      <a:r>
                        <a:rPr b="0" lang="en-US" sz="1600" spc="-1" strike="noStrike">
                          <a:solidFill>
                            <a:srgbClr val="000000"/>
                          </a:solidFill>
                          <a:latin typeface="Times New Roman"/>
                        </a:rPr>
                        <a:t>if(book.isBookAvailable()){</a:t>
                      </a:r>
                      <a:endParaRPr b="0" lang="en-US" sz="1600" spc="-1" strike="noStrike">
                        <a:solidFill>
                          <a:srgbClr val="000000"/>
                        </a:solidFill>
                        <a:latin typeface="Arial"/>
                      </a:endParaRPr>
                    </a:p>
                    <a:p>
                      <a:pPr>
                        <a:lnSpc>
                          <a:spcPct val="100000"/>
                        </a:lnSpc>
                        <a:tabLst>
                          <a:tab algn="l" pos="0"/>
                        </a:tabLst>
                      </a:pPr>
                      <a:r>
                        <a:rPr b="0" lang="en-US" sz="1600" spc="-1" strike="noStrike">
                          <a:solidFill>
                            <a:srgbClr val="000000"/>
                          </a:solidFill>
                          <a:latin typeface="Times New Roman"/>
                        </a:rPr>
                        <a:t>                    </a:t>
                      </a:r>
                      <a:r>
                        <a:rPr b="0" lang="en-US" sz="1600" spc="-1" strike="noStrike">
                          <a:solidFill>
                            <a:srgbClr val="000000"/>
                          </a:solidFill>
                          <a:latin typeface="Times New Roman"/>
                        </a:rPr>
                        <a:t>book.borrowBook();</a:t>
                      </a:r>
                      <a:endParaRPr b="0" lang="en-US" sz="1600" spc="-1" strike="noStrike">
                        <a:solidFill>
                          <a:srgbClr val="000000"/>
                        </a:solidFill>
                        <a:latin typeface="Arial"/>
                      </a:endParaRPr>
                    </a:p>
                    <a:p>
                      <a:pPr>
                        <a:lnSpc>
                          <a:spcPct val="100000"/>
                        </a:lnSpc>
                        <a:tabLst>
                          <a:tab algn="l" pos="0"/>
                        </a:tabLst>
                      </a:pPr>
                      <a:r>
                        <a:rPr b="0" lang="en-US" sz="1600" spc="-1" strike="noStrike">
                          <a:solidFill>
                            <a:srgbClr val="000000"/>
                          </a:solidFill>
                          <a:latin typeface="Times New Roman"/>
                        </a:rPr>
                        <a:t>                </a:t>
                      </a:r>
                      <a:r>
                        <a:rPr b="0" lang="en-US" sz="1600" spc="-1" strike="noStrike">
                          <a:solidFill>
                            <a:srgbClr val="000000"/>
                          </a:solidFill>
                          <a:latin typeface="Times New Roman"/>
                        </a:rPr>
                        <a:t>}</a:t>
                      </a:r>
                      <a:endParaRPr b="0" lang="en-US" sz="1600" spc="-1" strike="noStrike">
                        <a:solidFill>
                          <a:srgbClr val="000000"/>
                        </a:solidFill>
                        <a:latin typeface="Arial"/>
                      </a:endParaRPr>
                    </a:p>
                    <a:p>
                      <a:pPr>
                        <a:lnSpc>
                          <a:spcPct val="100000"/>
                        </a:lnSpc>
                        <a:tabLst>
                          <a:tab algn="l" pos="0"/>
                        </a:tabLst>
                      </a:pPr>
                      <a:r>
                        <a:rPr b="0" lang="en-US" sz="1600" spc="-1" strike="noStrike">
                          <a:solidFill>
                            <a:srgbClr val="000000"/>
                          </a:solidFill>
                          <a:latin typeface="Times New Roman"/>
                        </a:rPr>
                        <a:t>            </a:t>
                      </a:r>
                      <a:r>
                        <a:rPr b="0" lang="en-US" sz="1600" spc="-1" strike="noStrike">
                          <a:solidFill>
                            <a:srgbClr val="000000"/>
                          </a:solidFill>
                          <a:latin typeface="Times New Roman"/>
                        </a:rPr>
                        <a:t>}</a:t>
                      </a:r>
                      <a:endParaRPr b="0" lang="en-US" sz="1600" spc="-1" strike="noStrike">
                        <a:solidFill>
                          <a:srgbClr val="000000"/>
                        </a:solidFill>
                        <a:latin typeface="Arial"/>
                      </a:endParaRPr>
                    </a:p>
                    <a:p>
                      <a:pPr>
                        <a:lnSpc>
                          <a:spcPct val="100000"/>
                        </a:lnSpc>
                        <a:tabLst>
                          <a:tab algn="l" pos="0"/>
                        </a:tabLst>
                      </a:pPr>
                      <a:r>
                        <a:rPr b="0" lang="en-US" sz="1600" spc="-1" strike="noStrike">
                          <a:solidFill>
                            <a:srgbClr val="000000"/>
                          </a:solidFill>
                          <a:latin typeface="Times New Roman"/>
                        </a:rPr>
                        <a:t>        </a:t>
                      </a:r>
                      <a:r>
                        <a:rPr b="0" lang="en-US" sz="1600" spc="-1" strike="noStrike">
                          <a:solidFill>
                            <a:srgbClr val="000000"/>
                          </a:solidFill>
                          <a:latin typeface="Times New Roman"/>
                        </a:rPr>
                        <a:t>}</a:t>
                      </a:r>
                      <a:endParaRPr b="0" lang="en-US" sz="1600" spc="-1" strike="noStrike">
                        <a:solidFill>
                          <a:srgbClr val="000000"/>
                        </a:solidFill>
                        <a:latin typeface="Arial"/>
                      </a:endParaRPr>
                    </a:p>
                    <a:p>
                      <a:pPr>
                        <a:lnSpc>
                          <a:spcPct val="100000"/>
                        </a:lnSpc>
                        <a:tabLst>
                          <a:tab algn="l" pos="0"/>
                        </a:tabLst>
                      </a:pPr>
                      <a:r>
                        <a:rPr b="0" lang="en-US" sz="1600" spc="-1" strike="noStrike">
                          <a:solidFill>
                            <a:srgbClr val="000000"/>
                          </a:solidFill>
                          <a:latin typeface="Times New Roman"/>
                        </a:rPr>
                        <a:t>    </a:t>
                      </a:r>
                      <a:r>
                        <a:rPr b="0" lang="en-US" sz="1600" spc="-1" strike="noStrike">
                          <a:solidFill>
                            <a:srgbClr val="000000"/>
                          </a:solidFill>
                          <a:latin typeface="Times New Roman"/>
                        </a:rPr>
                        <a:t>}</a:t>
                      </a:r>
                      <a:endParaRPr b="0" lang="en-US" sz="1600" spc="-1" strike="noStrike">
                        <a:solidFill>
                          <a:srgbClr val="000000"/>
                        </a:solidFill>
                        <a:latin typeface="Arial"/>
                      </a:endParaRPr>
                    </a:p>
                    <a:p>
                      <a:pPr>
                        <a:lnSpc>
                          <a:spcPct val="100000"/>
                        </a:lnSpc>
                        <a:tabLst>
                          <a:tab algn="l" pos="0"/>
                        </a:tabLst>
                      </a:pPr>
                      <a:r>
                        <a:rPr b="0" lang="en-US" sz="1600" spc="-1" strike="noStrike">
                          <a:solidFill>
                            <a:srgbClr val="000000"/>
                          </a:solidFill>
                          <a:latin typeface="Times New Roman"/>
                        </a:rPr>
                        <a:t>public void returnBook(String title){</a:t>
                      </a:r>
                      <a:endParaRPr b="0" lang="en-US" sz="1600" spc="-1" strike="noStrike">
                        <a:solidFill>
                          <a:srgbClr val="000000"/>
                        </a:solidFill>
                        <a:latin typeface="Arial"/>
                      </a:endParaRPr>
                    </a:p>
                    <a:p>
                      <a:pPr>
                        <a:lnSpc>
                          <a:spcPct val="100000"/>
                        </a:lnSpc>
                        <a:tabLst>
                          <a:tab algn="l" pos="0"/>
                        </a:tabLst>
                      </a:pPr>
                      <a:r>
                        <a:rPr b="0" lang="en-US" sz="1600" spc="-1" strike="noStrike">
                          <a:solidFill>
                            <a:srgbClr val="000000"/>
                          </a:solidFill>
                          <a:latin typeface="Times New Roman"/>
                        </a:rPr>
                        <a:t>        </a:t>
                      </a:r>
                      <a:r>
                        <a:rPr b="0" lang="en-US" sz="1600" spc="-1" strike="noStrike">
                          <a:solidFill>
                            <a:srgbClr val="000000"/>
                          </a:solidFill>
                          <a:latin typeface="Times New Roman"/>
                        </a:rPr>
                        <a:t>for (Book book : bookList) {</a:t>
                      </a:r>
                      <a:endParaRPr b="0" lang="en-US" sz="1600" spc="-1" strike="noStrike">
                        <a:solidFill>
                          <a:srgbClr val="000000"/>
                        </a:solidFill>
                        <a:latin typeface="Arial"/>
                      </a:endParaRPr>
                    </a:p>
                    <a:p>
                      <a:pPr>
                        <a:lnSpc>
                          <a:spcPct val="100000"/>
                        </a:lnSpc>
                        <a:tabLst>
                          <a:tab algn="l" pos="0"/>
                        </a:tabLst>
                      </a:pPr>
                      <a:r>
                        <a:rPr b="0" lang="en-US" sz="1600" spc="-1" strike="noStrike">
                          <a:solidFill>
                            <a:srgbClr val="000000"/>
                          </a:solidFill>
                          <a:latin typeface="Times New Roman"/>
                        </a:rPr>
                        <a:t>            </a:t>
                      </a:r>
                      <a:r>
                        <a:rPr b="0" lang="en-US" sz="1600" spc="-1" strike="noStrike">
                          <a:solidFill>
                            <a:srgbClr val="000000"/>
                          </a:solidFill>
                          <a:latin typeface="Times New Roman"/>
                        </a:rPr>
                        <a:t>if(book.getTitle().equalsIgnoreCase(title)){</a:t>
                      </a:r>
                      <a:endParaRPr b="0" lang="en-US" sz="1600" spc="-1" strike="noStrike">
                        <a:solidFill>
                          <a:srgbClr val="000000"/>
                        </a:solidFill>
                        <a:latin typeface="Arial"/>
                      </a:endParaRPr>
                    </a:p>
                    <a:p>
                      <a:pPr>
                        <a:lnSpc>
                          <a:spcPct val="100000"/>
                        </a:lnSpc>
                        <a:tabLst>
                          <a:tab algn="l" pos="0"/>
                        </a:tabLst>
                      </a:pPr>
                      <a:r>
                        <a:rPr b="0" lang="en-US" sz="1600" spc="-1" strike="noStrike">
                          <a:solidFill>
                            <a:srgbClr val="000000"/>
                          </a:solidFill>
                          <a:latin typeface="Times New Roman"/>
                        </a:rPr>
                        <a:t>                </a:t>
                      </a:r>
                      <a:r>
                        <a:rPr b="0" lang="en-US" sz="1600" spc="-1" strike="noStrike">
                          <a:solidFill>
                            <a:srgbClr val="000000"/>
                          </a:solidFill>
                          <a:latin typeface="Times New Roman"/>
                        </a:rPr>
                        <a:t>book.returnBook();</a:t>
                      </a:r>
                      <a:endParaRPr b="0" lang="en-US" sz="1600" spc="-1" strike="noStrike">
                        <a:solidFill>
                          <a:srgbClr val="000000"/>
                        </a:solidFill>
                        <a:latin typeface="Arial"/>
                      </a:endParaRPr>
                    </a:p>
                    <a:p>
                      <a:pPr>
                        <a:lnSpc>
                          <a:spcPct val="100000"/>
                        </a:lnSpc>
                        <a:tabLst>
                          <a:tab algn="l" pos="0"/>
                        </a:tabLst>
                      </a:pPr>
                      <a:r>
                        <a:rPr b="0" lang="en-US" sz="1600" spc="-1" strike="noStrike">
                          <a:solidFill>
                            <a:srgbClr val="000000"/>
                          </a:solidFill>
                          <a:latin typeface="Times New Roman"/>
                        </a:rPr>
                        <a:t>            </a:t>
                      </a:r>
                      <a:r>
                        <a:rPr b="0" lang="en-US" sz="1600" spc="-1" strike="noStrike">
                          <a:solidFill>
                            <a:srgbClr val="000000"/>
                          </a:solidFill>
                          <a:latin typeface="Times New Roman"/>
                        </a:rPr>
                        <a:t>}</a:t>
                      </a:r>
                      <a:endParaRPr b="0" lang="en-US" sz="1600" spc="-1" strike="noStrike">
                        <a:solidFill>
                          <a:srgbClr val="000000"/>
                        </a:solidFill>
                        <a:latin typeface="Arial"/>
                      </a:endParaRPr>
                    </a:p>
                    <a:p>
                      <a:pPr>
                        <a:lnSpc>
                          <a:spcPct val="100000"/>
                        </a:lnSpc>
                        <a:tabLst>
                          <a:tab algn="l" pos="0"/>
                        </a:tabLst>
                      </a:pPr>
                      <a:r>
                        <a:rPr b="0" lang="en-US" sz="1600" spc="-1" strike="noStrike">
                          <a:solidFill>
                            <a:srgbClr val="000000"/>
                          </a:solidFill>
                          <a:latin typeface="Times New Roman"/>
                        </a:rPr>
                        <a:t>        </a:t>
                      </a:r>
                      <a:r>
                        <a:rPr b="0" lang="en-US" sz="1600" spc="-1" strike="noStrike">
                          <a:solidFill>
                            <a:srgbClr val="000000"/>
                          </a:solidFill>
                          <a:latin typeface="Times New Roman"/>
                        </a:rPr>
                        <a:t>}</a:t>
                      </a:r>
                      <a:endParaRPr b="0" lang="en-US" sz="1600" spc="-1" strike="noStrike">
                        <a:solidFill>
                          <a:srgbClr val="000000"/>
                        </a:solidFill>
                        <a:latin typeface="Arial"/>
                      </a:endParaRPr>
                    </a:p>
                    <a:p>
                      <a:pPr>
                        <a:lnSpc>
                          <a:spcPct val="100000"/>
                        </a:lnSpc>
                        <a:tabLst>
                          <a:tab algn="l" pos="0"/>
                        </a:tabLst>
                      </a:pPr>
                      <a:r>
                        <a:rPr b="0" lang="en-US" sz="1600" spc="-1" strike="noStrike">
                          <a:solidFill>
                            <a:srgbClr val="000000"/>
                          </a:solidFill>
                          <a:latin typeface="Times New Roman"/>
                        </a:rPr>
                        <a:t>    </a:t>
                      </a:r>
                      <a:r>
                        <a:rPr b="0" lang="en-US" sz="1600" spc="-1" strike="noStrike">
                          <a:solidFill>
                            <a:srgbClr val="000000"/>
                          </a:solidFill>
                          <a:latin typeface="Times New Roman"/>
                        </a:rPr>
                        <a:t>}</a:t>
                      </a:r>
                      <a:endParaRPr b="0" lang="en-US" sz="1600" spc="-1" strike="noStrike">
                        <a:solidFill>
                          <a:srgbClr val="000000"/>
                        </a:solidFill>
                        <a:latin typeface="Arial"/>
                      </a:endParaRPr>
                    </a:p>
                    <a:p>
                      <a:pPr>
                        <a:lnSpc>
                          <a:spcPct val="100000"/>
                        </a:lnSpc>
                        <a:tabLst>
                          <a:tab algn="l" pos="0"/>
                        </a:tabLst>
                      </a:pPr>
                      <a:r>
                        <a:rPr b="0" lang="en-US" sz="1600" spc="-1" strike="noStrike">
                          <a:solidFill>
                            <a:srgbClr val="000000"/>
                          </a:solidFill>
                          <a:latin typeface="Times New Roman"/>
                        </a:rPr>
                        <a:t>public List&lt;Book&gt; getAvailableBooks(){</a:t>
                      </a:r>
                      <a:endParaRPr b="0" lang="en-US" sz="1600" spc="-1" strike="noStrike">
                        <a:solidFill>
                          <a:srgbClr val="000000"/>
                        </a:solidFill>
                        <a:latin typeface="Arial"/>
                      </a:endParaRPr>
                    </a:p>
                    <a:p>
                      <a:pPr>
                        <a:lnSpc>
                          <a:spcPct val="100000"/>
                        </a:lnSpc>
                        <a:tabLst>
                          <a:tab algn="l" pos="0"/>
                        </a:tabLst>
                      </a:pPr>
                      <a:r>
                        <a:rPr b="0" lang="en-US" sz="1600" spc="-1" strike="noStrike">
                          <a:solidFill>
                            <a:srgbClr val="000000"/>
                          </a:solidFill>
                          <a:latin typeface="Times New Roman"/>
                        </a:rPr>
                        <a:t>         </a:t>
                      </a:r>
                      <a:r>
                        <a:rPr b="0" lang="en-US" sz="1600" spc="-1" strike="noStrike">
                          <a:solidFill>
                            <a:srgbClr val="000000"/>
                          </a:solidFill>
                          <a:latin typeface="Times New Roman"/>
                        </a:rPr>
                        <a:t>List&lt;Book&gt; availableBooks = new ArrayList&lt;&gt;();</a:t>
                      </a:r>
                      <a:endParaRPr b="0" lang="en-US" sz="1600" spc="-1" strike="noStrike">
                        <a:solidFill>
                          <a:srgbClr val="000000"/>
                        </a:solidFill>
                        <a:latin typeface="Arial"/>
                      </a:endParaRPr>
                    </a:p>
                    <a:p>
                      <a:pPr>
                        <a:lnSpc>
                          <a:spcPct val="100000"/>
                        </a:lnSpc>
                        <a:tabLst>
                          <a:tab algn="l" pos="0"/>
                        </a:tabLst>
                      </a:pPr>
                      <a:r>
                        <a:rPr b="0" lang="en-US" sz="1600" spc="-1" strike="noStrike">
                          <a:solidFill>
                            <a:srgbClr val="000000"/>
                          </a:solidFill>
                          <a:latin typeface="Times New Roman"/>
                        </a:rPr>
                        <a:t>        </a:t>
                      </a:r>
                      <a:r>
                        <a:rPr b="0" lang="en-US" sz="1600" spc="-1" strike="noStrike">
                          <a:solidFill>
                            <a:srgbClr val="000000"/>
                          </a:solidFill>
                          <a:latin typeface="Times New Roman"/>
                        </a:rPr>
                        <a:t>for (Book book : bookList) {</a:t>
                      </a:r>
                      <a:endParaRPr b="0" lang="en-US" sz="1600" spc="-1" strike="noStrike">
                        <a:solidFill>
                          <a:srgbClr val="000000"/>
                        </a:solidFill>
                        <a:latin typeface="Arial"/>
                      </a:endParaRPr>
                    </a:p>
                    <a:p>
                      <a:pPr>
                        <a:lnSpc>
                          <a:spcPct val="100000"/>
                        </a:lnSpc>
                        <a:tabLst>
                          <a:tab algn="l" pos="0"/>
                        </a:tabLst>
                      </a:pPr>
                      <a:r>
                        <a:rPr b="0" lang="en-US" sz="1600" spc="-1" strike="noStrike">
                          <a:solidFill>
                            <a:srgbClr val="000000"/>
                          </a:solidFill>
                          <a:latin typeface="Times New Roman"/>
                        </a:rPr>
                        <a:t>            </a:t>
                      </a:r>
                      <a:r>
                        <a:rPr b="0" lang="en-US" sz="1600" spc="-1" strike="noStrike">
                          <a:solidFill>
                            <a:srgbClr val="000000"/>
                          </a:solidFill>
                          <a:latin typeface="Times New Roman"/>
                        </a:rPr>
                        <a:t>if(book.isBookAvailable()){</a:t>
                      </a:r>
                      <a:endParaRPr b="0" lang="en-US" sz="1600" spc="-1" strike="noStrike">
                        <a:solidFill>
                          <a:srgbClr val="000000"/>
                        </a:solidFill>
                        <a:latin typeface="Arial"/>
                      </a:endParaRPr>
                    </a:p>
                    <a:p>
                      <a:pPr>
                        <a:lnSpc>
                          <a:spcPct val="100000"/>
                        </a:lnSpc>
                        <a:tabLst>
                          <a:tab algn="l" pos="0"/>
                        </a:tabLst>
                      </a:pPr>
                      <a:r>
                        <a:rPr b="0" lang="en-US" sz="1600" spc="-1" strike="noStrike">
                          <a:solidFill>
                            <a:srgbClr val="000000"/>
                          </a:solidFill>
                          <a:latin typeface="Times New Roman"/>
                        </a:rPr>
                        <a:t>                </a:t>
                      </a:r>
                      <a:r>
                        <a:rPr b="0" lang="en-US" sz="1600" spc="-1" strike="noStrike">
                          <a:solidFill>
                            <a:srgbClr val="000000"/>
                          </a:solidFill>
                          <a:latin typeface="Times New Roman"/>
                        </a:rPr>
                        <a:t>availableBooks.add(book);</a:t>
                      </a:r>
                      <a:endParaRPr b="0" lang="en-US" sz="1600" spc="-1" strike="noStrike">
                        <a:solidFill>
                          <a:srgbClr val="000000"/>
                        </a:solidFill>
                        <a:latin typeface="Arial"/>
                      </a:endParaRPr>
                    </a:p>
                    <a:p>
                      <a:pPr>
                        <a:lnSpc>
                          <a:spcPct val="100000"/>
                        </a:lnSpc>
                        <a:tabLst>
                          <a:tab algn="l" pos="0"/>
                        </a:tabLst>
                      </a:pPr>
                      <a:r>
                        <a:rPr b="0" lang="en-US" sz="1600" spc="-1" strike="noStrike">
                          <a:solidFill>
                            <a:srgbClr val="000000"/>
                          </a:solidFill>
                          <a:latin typeface="Times New Roman"/>
                        </a:rPr>
                        <a:t>            </a:t>
                      </a:r>
                      <a:r>
                        <a:rPr b="0" lang="en-US" sz="1600" spc="-1" strike="noStrike">
                          <a:solidFill>
                            <a:srgbClr val="000000"/>
                          </a:solidFill>
                          <a:latin typeface="Times New Roman"/>
                        </a:rPr>
                        <a:t>}</a:t>
                      </a:r>
                      <a:endParaRPr b="0" lang="en-US" sz="1600" spc="-1" strike="noStrike">
                        <a:solidFill>
                          <a:srgbClr val="000000"/>
                        </a:solidFill>
                        <a:latin typeface="Arial"/>
                      </a:endParaRPr>
                    </a:p>
                    <a:p>
                      <a:pPr>
                        <a:lnSpc>
                          <a:spcPct val="100000"/>
                        </a:lnSpc>
                        <a:tabLst>
                          <a:tab algn="l" pos="0"/>
                        </a:tabLst>
                      </a:pPr>
                      <a:r>
                        <a:rPr b="0" lang="en-US" sz="1600" spc="-1" strike="noStrike">
                          <a:solidFill>
                            <a:srgbClr val="000000"/>
                          </a:solidFill>
                          <a:latin typeface="Times New Roman"/>
                        </a:rPr>
                        <a:t>        </a:t>
                      </a:r>
                      <a:r>
                        <a:rPr b="0" lang="en-US" sz="1600" spc="-1" strike="noStrike">
                          <a:solidFill>
                            <a:srgbClr val="000000"/>
                          </a:solidFill>
                          <a:latin typeface="Times New Roman"/>
                        </a:rPr>
                        <a:t>}</a:t>
                      </a:r>
                      <a:endParaRPr b="0" lang="en-US" sz="1600" spc="-1" strike="noStrike">
                        <a:solidFill>
                          <a:srgbClr val="000000"/>
                        </a:solidFill>
                        <a:latin typeface="Arial"/>
                      </a:endParaRPr>
                    </a:p>
                    <a:p>
                      <a:pPr>
                        <a:lnSpc>
                          <a:spcPct val="100000"/>
                        </a:lnSpc>
                        <a:tabLst>
                          <a:tab algn="l" pos="0"/>
                        </a:tabLst>
                      </a:pPr>
                      <a:r>
                        <a:rPr b="0" lang="en-US" sz="1600" spc="-1" strike="noStrike">
                          <a:solidFill>
                            <a:srgbClr val="000000"/>
                          </a:solidFill>
                          <a:latin typeface="Times New Roman"/>
                        </a:rPr>
                        <a:t>        </a:t>
                      </a:r>
                      <a:r>
                        <a:rPr b="0" lang="en-US" sz="1600" spc="-1" strike="noStrike">
                          <a:solidFill>
                            <a:srgbClr val="000000"/>
                          </a:solidFill>
                          <a:latin typeface="Times New Roman"/>
                        </a:rPr>
                        <a:t>return availableBooks;</a:t>
                      </a:r>
                      <a:endParaRPr b="0" lang="en-US" sz="1600" spc="-1" strike="noStrike">
                        <a:solidFill>
                          <a:srgbClr val="000000"/>
                        </a:solidFill>
                        <a:latin typeface="Arial"/>
                      </a:endParaRPr>
                    </a:p>
                    <a:p>
                      <a:pPr>
                        <a:lnSpc>
                          <a:spcPct val="100000"/>
                        </a:lnSpc>
                        <a:tabLst>
                          <a:tab algn="l" pos="0"/>
                        </a:tabLst>
                      </a:pPr>
                      <a:r>
                        <a:rPr b="0" lang="en-US" sz="1600" spc="-1" strike="noStrike">
                          <a:solidFill>
                            <a:srgbClr val="000000"/>
                          </a:solidFill>
                          <a:latin typeface="Times New Roman"/>
                        </a:rPr>
                        <a:t>    </a:t>
                      </a:r>
                      <a:r>
                        <a:rPr b="0" lang="en-US" sz="1600" spc="-1" strike="noStrike">
                          <a:solidFill>
                            <a:srgbClr val="000000"/>
                          </a:solidFill>
                          <a:latin typeface="Times New Roman"/>
                        </a:rPr>
                        <a:t>}</a:t>
                      </a:r>
                      <a:endParaRPr b="0" lang="en-US" sz="1600" spc="-1" strike="noStrike">
                        <a:solidFill>
                          <a:srgbClr val="000000"/>
                        </a:solidFill>
                        <a:latin typeface="Arial"/>
                      </a:endParaRPr>
                    </a:p>
                    <a:p>
                      <a:pPr>
                        <a:lnSpc>
                          <a:spcPct val="100000"/>
                        </a:lnSpc>
                        <a:tabLst>
                          <a:tab algn="l" pos="0"/>
                        </a:tabLst>
                      </a:pPr>
                      <a:r>
                        <a:rPr b="0" lang="en-US" sz="1600" spc="-1" strike="noStrike">
                          <a:solidFill>
                            <a:srgbClr val="000000"/>
                          </a:solidFill>
                          <a:latin typeface="Times New Roman"/>
                        </a:rPr>
                        <a:t>}</a:t>
                      </a:r>
                      <a:endParaRPr b="0" lang="en-US" sz="1600" spc="-1" strike="noStrike">
                        <a:solidFill>
                          <a:srgbClr val="000000"/>
                        </a:solidFill>
                        <a:latin typeface="Arial"/>
                      </a:endParaRPr>
                    </a:p>
                  </a:txBody>
                  <a:tcPr anchor="t"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bl>
          </a:graphicData>
        </a:graphic>
      </p:graphicFrame>
      <p:sp>
        <p:nvSpPr>
          <p:cNvPr id="190" name="Google Shape;263;p 1"/>
          <p:cNvSpPr/>
          <p:nvPr/>
        </p:nvSpPr>
        <p:spPr>
          <a:xfrm>
            <a:off x="285120" y="-57600"/>
            <a:ext cx="7038720" cy="455400"/>
          </a:xfrm>
          <a:prstGeom prst="rect">
            <a:avLst/>
          </a:prstGeom>
          <a:noFill/>
          <a:ln w="0">
            <a:noFill/>
          </a:ln>
        </p:spPr>
        <p:style>
          <a:lnRef idx="0"/>
          <a:fillRef idx="0"/>
          <a:effectRef idx="0"/>
          <a:fontRef idx="minor"/>
        </p:style>
        <p:txBody>
          <a:bodyPr lIns="90000" rIns="90000" tIns="45000" bIns="45000" anchor="t">
            <a:spAutoFit/>
          </a:bodyPr>
          <a:p>
            <a:pPr>
              <a:lnSpc>
                <a:spcPct val="100000"/>
              </a:lnSpc>
              <a:tabLst>
                <a:tab algn="l" pos="0"/>
              </a:tabLst>
            </a:pPr>
            <a:r>
              <a:rPr b="1" lang="en-US" sz="2400" spc="-1" strike="noStrike">
                <a:solidFill>
                  <a:srgbClr val="2f5496"/>
                </a:solidFill>
                <a:latin typeface="Times New Roman"/>
                <a:ea typeface="Times New Roman"/>
              </a:rPr>
              <a:t>Object Oriented Analysis and Design </a:t>
            </a:r>
            <a:endParaRPr b="0" lang="en-US" sz="2400" spc="-1" strike="noStrike">
              <a:solidFill>
                <a:srgbClr val="000000"/>
              </a:solidFill>
              <a:latin typeface="Arial"/>
            </a:endParaRPr>
          </a:p>
        </p:txBody>
      </p:sp>
      <p:sp>
        <p:nvSpPr>
          <p:cNvPr id="191" name="Google Shape;267;p 1"/>
          <p:cNvSpPr/>
          <p:nvPr/>
        </p:nvSpPr>
        <p:spPr>
          <a:xfrm>
            <a:off x="-24480" y="397800"/>
            <a:ext cx="8405640" cy="516600"/>
          </a:xfrm>
          <a:prstGeom prst="rect">
            <a:avLst/>
          </a:prstGeom>
          <a:noFill/>
          <a:ln w="0">
            <a:noFill/>
          </a:ln>
        </p:spPr>
        <p:style>
          <a:lnRef idx="0"/>
          <a:fillRef idx="0"/>
          <a:effectRef idx="0"/>
          <a:fontRef idx="minor"/>
        </p:style>
        <p:txBody>
          <a:bodyPr lIns="90000" rIns="90000" tIns="45000" bIns="45000" anchor="t">
            <a:spAutoFit/>
          </a:bodyPr>
          <a:p>
            <a:pPr>
              <a:lnSpc>
                <a:spcPct val="100000"/>
              </a:lnSpc>
              <a:tabLst>
                <a:tab algn="l" pos="0"/>
              </a:tabLst>
            </a:pPr>
            <a:r>
              <a:rPr b="1" lang="en-US" sz="2800" spc="-1" strike="noStrike">
                <a:solidFill>
                  <a:srgbClr val="c55a11"/>
                </a:solidFill>
                <a:latin typeface="Calibri"/>
                <a:ea typeface="Calibri"/>
              </a:rPr>
              <a:t>Design exercise - creating a simple system using GRASP</a:t>
            </a:r>
            <a:endParaRPr b="0" lang="en-US" sz="2800" spc="-1" strike="noStrike">
              <a:solidFill>
                <a:srgbClr val="000000"/>
              </a:solidFill>
              <a:latin typeface="Arial"/>
            </a:endParaRPr>
          </a:p>
        </p:txBody>
      </p:sp>
      <p:pic>
        <p:nvPicPr>
          <p:cNvPr id="192" name="Google Shape;265;p 1" descr=""/>
          <p:cNvPicPr/>
          <p:nvPr/>
        </p:nvPicPr>
        <p:blipFill>
          <a:blip r:embed="rId1"/>
          <a:stretch/>
        </p:blipFill>
        <p:spPr>
          <a:xfrm>
            <a:off x="8382240" y="0"/>
            <a:ext cx="754560" cy="1287360"/>
          </a:xfrm>
          <a:prstGeom prst="rect">
            <a:avLst/>
          </a:prstGeom>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cxnSp>
        <p:nvCxnSpPr>
          <p:cNvPr id="193" name="Google Shape;274;p94"/>
          <p:cNvCxnSpPr/>
          <p:nvPr/>
        </p:nvCxnSpPr>
        <p:spPr>
          <a:xfrm>
            <a:off x="0" y="1190880"/>
            <a:ext cx="6225840" cy="1080"/>
          </a:xfrm>
          <a:prstGeom prst="straightConnector1">
            <a:avLst/>
          </a:prstGeom>
          <a:ln w="38100">
            <a:solidFill>
              <a:srgbClr val="c55a11"/>
            </a:solidFill>
            <a:miter/>
          </a:ln>
        </p:spPr>
      </p:cxnSp>
      <p:sp>
        <p:nvSpPr>
          <p:cNvPr id="194" name="Google Shape;275;p94"/>
          <p:cNvSpPr/>
          <p:nvPr/>
        </p:nvSpPr>
        <p:spPr>
          <a:xfrm>
            <a:off x="285120" y="236520"/>
            <a:ext cx="7038720" cy="455400"/>
          </a:xfrm>
          <a:prstGeom prst="rect">
            <a:avLst/>
          </a:prstGeom>
          <a:noFill/>
          <a:ln w="0">
            <a:noFill/>
          </a:ln>
        </p:spPr>
        <p:style>
          <a:lnRef idx="0"/>
          <a:fillRef idx="0"/>
          <a:effectRef idx="0"/>
          <a:fontRef idx="minor"/>
        </p:style>
        <p:txBody>
          <a:bodyPr lIns="90000" rIns="90000" tIns="45000" bIns="45000" anchor="t">
            <a:spAutoFit/>
          </a:bodyPr>
          <a:p>
            <a:pPr>
              <a:lnSpc>
                <a:spcPct val="100000"/>
              </a:lnSpc>
              <a:tabLst>
                <a:tab algn="l" pos="0"/>
              </a:tabLst>
            </a:pPr>
            <a:r>
              <a:rPr b="1" lang="en-US" sz="2400" spc="-1" strike="noStrike">
                <a:solidFill>
                  <a:srgbClr val="2f5496"/>
                </a:solidFill>
                <a:latin typeface="Times New Roman"/>
                <a:ea typeface="Times New Roman"/>
              </a:rPr>
              <a:t>Object Oriented Analysis and Design </a:t>
            </a:r>
            <a:endParaRPr b="0" lang="en-US" sz="2400" spc="-1" strike="noStrike">
              <a:solidFill>
                <a:srgbClr val="000000"/>
              </a:solidFill>
              <a:latin typeface="Arial"/>
            </a:endParaRPr>
          </a:p>
        </p:txBody>
      </p:sp>
      <p:sp>
        <p:nvSpPr>
          <p:cNvPr id="195" name="Google Shape;276;p94"/>
          <p:cNvSpPr/>
          <p:nvPr/>
        </p:nvSpPr>
        <p:spPr>
          <a:xfrm>
            <a:off x="0" y="1197720"/>
            <a:ext cx="9013680" cy="546480"/>
          </a:xfrm>
          <a:prstGeom prst="rect">
            <a:avLst/>
          </a:prstGeom>
          <a:noFill/>
          <a:ln w="0">
            <a:noFill/>
          </a:ln>
        </p:spPr>
        <p:style>
          <a:lnRef idx="0"/>
          <a:fillRef idx="0"/>
          <a:effectRef idx="0"/>
          <a:fontRef idx="minor"/>
        </p:style>
        <p:txBody>
          <a:bodyPr lIns="90000" rIns="90000" tIns="45000" bIns="45000" anchor="t">
            <a:spAutoFit/>
          </a:bodyPr>
          <a:p>
            <a:pPr marL="435240" indent="-216000" algn="just">
              <a:lnSpc>
                <a:spcPct val="150000"/>
              </a:lnSpc>
              <a:tabLst>
                <a:tab algn="l" pos="0"/>
              </a:tabLst>
            </a:pPr>
            <a:endParaRPr b="0" lang="en-US" sz="2200" spc="-1" strike="noStrike">
              <a:solidFill>
                <a:schemeClr val="dk1"/>
              </a:solidFill>
              <a:latin typeface="Calibri"/>
              <a:ea typeface="Calibri"/>
            </a:endParaRPr>
          </a:p>
        </p:txBody>
      </p:sp>
      <p:pic>
        <p:nvPicPr>
          <p:cNvPr id="196" name="Google Shape;277;p94" descr=""/>
          <p:cNvPicPr/>
          <p:nvPr/>
        </p:nvPicPr>
        <p:blipFill>
          <a:blip r:embed="rId1"/>
          <a:stretch/>
        </p:blipFill>
        <p:spPr>
          <a:xfrm>
            <a:off x="8382240" y="0"/>
            <a:ext cx="754560" cy="1287360"/>
          </a:xfrm>
          <a:prstGeom prst="rect">
            <a:avLst/>
          </a:prstGeom>
          <a:ln w="0">
            <a:noFill/>
          </a:ln>
        </p:spPr>
      </p:pic>
      <p:sp>
        <p:nvSpPr>
          <p:cNvPr id="197" name="Google Shape;278;p94"/>
          <p:cNvSpPr/>
          <p:nvPr/>
        </p:nvSpPr>
        <p:spPr>
          <a:xfrm>
            <a:off x="163440" y="1213200"/>
            <a:ext cx="8218440" cy="5695200"/>
          </a:xfrm>
          <a:prstGeom prst="rect">
            <a:avLst/>
          </a:prstGeom>
          <a:noFill/>
          <a:ln w="19050">
            <a:solidFill>
              <a:srgbClr val="000000"/>
            </a:solidFill>
            <a:round/>
          </a:ln>
        </p:spPr>
        <p:style>
          <a:lnRef idx="0"/>
          <a:fillRef idx="0"/>
          <a:effectRef idx="0"/>
          <a:fontRef idx="minor"/>
        </p:style>
        <p:txBody>
          <a:bodyPr lIns="90000" rIns="90000" tIns="45000" bIns="45000" anchor="t">
            <a:spAutoFit/>
          </a:bodyPr>
          <a:p>
            <a:pPr>
              <a:lnSpc>
                <a:spcPct val="100000"/>
              </a:lnSpc>
            </a:pPr>
            <a:r>
              <a:rPr b="0" lang="en-US" sz="1600" spc="-1" strike="noStrike">
                <a:solidFill>
                  <a:schemeClr val="dk1"/>
                </a:solidFill>
                <a:latin typeface="Calibri"/>
                <a:ea typeface="Calibri"/>
              </a:rPr>
              <a:t>class LibraryController {</a:t>
            </a:r>
            <a:endParaRPr b="0" lang="en-US" sz="1600" spc="-1" strike="noStrike">
              <a:solidFill>
                <a:srgbClr val="000000"/>
              </a:solidFill>
              <a:latin typeface="Arial"/>
            </a:endParaRPr>
          </a:p>
          <a:p>
            <a:pPr>
              <a:lnSpc>
                <a:spcPct val="100000"/>
              </a:lnSpc>
            </a:pPr>
            <a:r>
              <a:rPr b="0" lang="en-US" sz="1600" spc="-1" strike="noStrike">
                <a:solidFill>
                  <a:schemeClr val="dk1"/>
                </a:solidFill>
                <a:latin typeface="Calibri"/>
                <a:ea typeface="Calibri"/>
              </a:rPr>
              <a:t>    </a:t>
            </a:r>
            <a:r>
              <a:rPr b="0" lang="en-US" sz="1600" spc="-1" strike="noStrike">
                <a:solidFill>
                  <a:schemeClr val="dk1"/>
                </a:solidFill>
                <a:latin typeface="Calibri"/>
                <a:ea typeface="Calibri"/>
              </a:rPr>
              <a:t>private Library library = new Library(); // Model</a:t>
            </a:r>
            <a:endParaRPr b="0" lang="en-US" sz="1600" spc="-1" strike="noStrike">
              <a:solidFill>
                <a:srgbClr val="000000"/>
              </a:solidFill>
              <a:latin typeface="Arial"/>
            </a:endParaRPr>
          </a:p>
          <a:p>
            <a:pPr>
              <a:lnSpc>
                <a:spcPct val="100000"/>
              </a:lnSpc>
            </a:pPr>
            <a:r>
              <a:rPr b="0" lang="en-US" sz="1600" spc="-1" strike="noStrike">
                <a:solidFill>
                  <a:schemeClr val="dk1"/>
                </a:solidFill>
                <a:latin typeface="Calibri"/>
                <a:ea typeface="Calibri"/>
              </a:rPr>
              <a:t>    </a:t>
            </a:r>
            <a:r>
              <a:rPr b="0" lang="en-US" sz="1600" spc="-1" strike="noStrike">
                <a:solidFill>
                  <a:schemeClr val="dk1"/>
                </a:solidFill>
                <a:latin typeface="Calibri"/>
                <a:ea typeface="Calibri"/>
              </a:rPr>
              <a:t>public void registerUser(String name, int id){</a:t>
            </a:r>
            <a:endParaRPr b="0" lang="en-US" sz="1600" spc="-1" strike="noStrike">
              <a:solidFill>
                <a:srgbClr val="000000"/>
              </a:solidFill>
              <a:latin typeface="Arial"/>
            </a:endParaRPr>
          </a:p>
          <a:p>
            <a:pPr>
              <a:lnSpc>
                <a:spcPct val="100000"/>
              </a:lnSpc>
            </a:pPr>
            <a:r>
              <a:rPr b="0" lang="en-US" sz="1600" spc="-1" strike="noStrike">
                <a:solidFill>
                  <a:schemeClr val="dk1"/>
                </a:solidFill>
                <a:latin typeface="Calibri"/>
                <a:ea typeface="Calibri"/>
              </a:rPr>
              <a:t>        </a:t>
            </a:r>
            <a:r>
              <a:rPr b="0" lang="en-US" sz="1600" spc="-1" strike="noStrike">
                <a:solidFill>
                  <a:schemeClr val="dk1"/>
                </a:solidFill>
                <a:latin typeface="Calibri"/>
                <a:ea typeface="Calibri"/>
              </a:rPr>
              <a:t>library.addUser(name, id);</a:t>
            </a:r>
            <a:endParaRPr b="0" lang="en-US" sz="1600" spc="-1" strike="noStrike">
              <a:solidFill>
                <a:srgbClr val="000000"/>
              </a:solidFill>
              <a:latin typeface="Arial"/>
            </a:endParaRPr>
          </a:p>
          <a:p>
            <a:pPr>
              <a:lnSpc>
                <a:spcPct val="100000"/>
              </a:lnSpc>
            </a:pPr>
            <a:r>
              <a:rPr b="0" lang="en-US" sz="1600" spc="-1" strike="noStrike">
                <a:solidFill>
                  <a:schemeClr val="dk1"/>
                </a:solidFill>
                <a:latin typeface="Calibri"/>
                <a:ea typeface="Calibri"/>
              </a:rPr>
              <a:t>    </a:t>
            </a:r>
            <a:r>
              <a:rPr b="0" lang="en-US" sz="1600" spc="-1" strike="noStrike">
                <a:solidFill>
                  <a:schemeClr val="dk1"/>
                </a:solidFill>
                <a:latin typeface="Calibri"/>
                <a:ea typeface="Calibri"/>
              </a:rPr>
              <a:t>}</a:t>
            </a:r>
            <a:endParaRPr b="0" lang="en-US" sz="1600" spc="-1" strike="noStrike">
              <a:solidFill>
                <a:srgbClr val="000000"/>
              </a:solidFill>
              <a:latin typeface="Arial"/>
            </a:endParaRPr>
          </a:p>
          <a:p>
            <a:pPr>
              <a:lnSpc>
                <a:spcPct val="100000"/>
              </a:lnSpc>
            </a:pPr>
            <a:r>
              <a:rPr b="0" lang="en-US" sz="1600" spc="-1" strike="noStrike">
                <a:solidFill>
                  <a:schemeClr val="dk1"/>
                </a:solidFill>
                <a:latin typeface="Calibri"/>
                <a:ea typeface="Calibri"/>
              </a:rPr>
              <a:t>    </a:t>
            </a:r>
            <a:r>
              <a:rPr b="0" lang="en-US" sz="1600" spc="-1" strike="noStrike">
                <a:solidFill>
                  <a:schemeClr val="dk1"/>
                </a:solidFill>
                <a:latin typeface="Calibri"/>
                <a:ea typeface="Calibri"/>
              </a:rPr>
              <a:t>public void addNewBook(String title, String author){</a:t>
            </a:r>
            <a:endParaRPr b="0" lang="en-US" sz="1600" spc="-1" strike="noStrike">
              <a:solidFill>
                <a:srgbClr val="000000"/>
              </a:solidFill>
              <a:latin typeface="Arial"/>
            </a:endParaRPr>
          </a:p>
          <a:p>
            <a:pPr>
              <a:lnSpc>
                <a:spcPct val="100000"/>
              </a:lnSpc>
            </a:pPr>
            <a:r>
              <a:rPr b="0" lang="en-US" sz="1600" spc="-1" strike="noStrike">
                <a:solidFill>
                  <a:schemeClr val="dk1"/>
                </a:solidFill>
                <a:latin typeface="Calibri"/>
                <a:ea typeface="Calibri"/>
              </a:rPr>
              <a:t>        </a:t>
            </a:r>
            <a:r>
              <a:rPr b="0" lang="en-US" sz="1600" spc="-1" strike="noStrike">
                <a:solidFill>
                  <a:schemeClr val="dk1"/>
                </a:solidFill>
                <a:latin typeface="Calibri"/>
                <a:ea typeface="Calibri"/>
              </a:rPr>
              <a:t>library.addBook(title, author);</a:t>
            </a:r>
            <a:endParaRPr b="0" lang="en-US" sz="1600" spc="-1" strike="noStrike">
              <a:solidFill>
                <a:srgbClr val="000000"/>
              </a:solidFill>
              <a:latin typeface="Arial"/>
            </a:endParaRPr>
          </a:p>
          <a:p>
            <a:pPr>
              <a:lnSpc>
                <a:spcPct val="100000"/>
              </a:lnSpc>
            </a:pPr>
            <a:r>
              <a:rPr b="0" lang="en-US" sz="1600" spc="-1" strike="noStrike">
                <a:solidFill>
                  <a:schemeClr val="dk1"/>
                </a:solidFill>
                <a:latin typeface="Calibri"/>
                <a:ea typeface="Calibri"/>
              </a:rPr>
              <a:t>    </a:t>
            </a:r>
            <a:r>
              <a:rPr b="0" lang="en-US" sz="1600" spc="-1" strike="noStrike">
                <a:solidFill>
                  <a:schemeClr val="dk1"/>
                </a:solidFill>
                <a:latin typeface="Calibri"/>
                <a:ea typeface="Calibri"/>
              </a:rPr>
              <a:t>}</a:t>
            </a:r>
            <a:endParaRPr b="0" lang="en-US" sz="1600" spc="-1" strike="noStrike">
              <a:solidFill>
                <a:srgbClr val="000000"/>
              </a:solidFill>
              <a:latin typeface="Arial"/>
            </a:endParaRPr>
          </a:p>
          <a:p>
            <a:pPr>
              <a:lnSpc>
                <a:spcPct val="100000"/>
              </a:lnSpc>
            </a:pPr>
            <a:r>
              <a:rPr b="0" lang="en-US" sz="1600" spc="-1" strike="noStrike">
                <a:solidFill>
                  <a:schemeClr val="dk1"/>
                </a:solidFill>
                <a:latin typeface="Calibri"/>
                <a:ea typeface="Calibri"/>
              </a:rPr>
              <a:t>    </a:t>
            </a:r>
            <a:r>
              <a:rPr b="0" lang="en-US" sz="1600" spc="-1" strike="noStrike">
                <a:solidFill>
                  <a:schemeClr val="dk1"/>
                </a:solidFill>
                <a:latin typeface="Calibri"/>
                <a:ea typeface="Calibri"/>
              </a:rPr>
              <a:t>public List&lt;Book&gt; getAvailableBooks(){</a:t>
            </a:r>
            <a:endParaRPr b="0" lang="en-US" sz="1600" spc="-1" strike="noStrike">
              <a:solidFill>
                <a:srgbClr val="000000"/>
              </a:solidFill>
              <a:latin typeface="Arial"/>
            </a:endParaRPr>
          </a:p>
          <a:p>
            <a:pPr>
              <a:lnSpc>
                <a:spcPct val="100000"/>
              </a:lnSpc>
            </a:pPr>
            <a:r>
              <a:rPr b="0" lang="en-US" sz="1600" spc="-1" strike="noStrike">
                <a:solidFill>
                  <a:schemeClr val="dk1"/>
                </a:solidFill>
                <a:latin typeface="Calibri"/>
                <a:ea typeface="Calibri"/>
              </a:rPr>
              <a:t>        </a:t>
            </a:r>
            <a:r>
              <a:rPr b="0" lang="en-US" sz="1600" spc="-1" strike="noStrike">
                <a:solidFill>
                  <a:schemeClr val="dk1"/>
                </a:solidFill>
                <a:latin typeface="Calibri"/>
                <a:ea typeface="Calibri"/>
              </a:rPr>
              <a:t>return library.getAvailableBooks();</a:t>
            </a:r>
            <a:endParaRPr b="0" lang="en-US" sz="1600" spc="-1" strike="noStrike">
              <a:solidFill>
                <a:srgbClr val="000000"/>
              </a:solidFill>
              <a:latin typeface="Arial"/>
            </a:endParaRPr>
          </a:p>
          <a:p>
            <a:pPr>
              <a:lnSpc>
                <a:spcPct val="100000"/>
              </a:lnSpc>
            </a:pPr>
            <a:r>
              <a:rPr b="0" lang="en-US" sz="1600" spc="-1" strike="noStrike">
                <a:solidFill>
                  <a:schemeClr val="dk1"/>
                </a:solidFill>
                <a:latin typeface="Calibri"/>
                <a:ea typeface="Calibri"/>
              </a:rPr>
              <a:t>    </a:t>
            </a:r>
            <a:r>
              <a:rPr b="0" lang="en-US" sz="1600" spc="-1" strike="noStrike">
                <a:solidFill>
                  <a:schemeClr val="dk1"/>
                </a:solidFill>
                <a:latin typeface="Calibri"/>
                <a:ea typeface="Calibri"/>
              </a:rPr>
              <a:t>}</a:t>
            </a:r>
            <a:endParaRPr b="0" lang="en-US" sz="1600" spc="-1" strike="noStrike">
              <a:solidFill>
                <a:srgbClr val="000000"/>
              </a:solidFill>
              <a:latin typeface="Arial"/>
            </a:endParaRPr>
          </a:p>
          <a:p>
            <a:pPr>
              <a:lnSpc>
                <a:spcPct val="100000"/>
              </a:lnSpc>
            </a:pPr>
            <a:r>
              <a:rPr b="0" lang="en-US" sz="1600" spc="-1" strike="noStrike">
                <a:solidFill>
                  <a:schemeClr val="dk1"/>
                </a:solidFill>
                <a:latin typeface="Calibri"/>
                <a:ea typeface="Calibri"/>
              </a:rPr>
              <a:t>     </a:t>
            </a:r>
            <a:r>
              <a:rPr b="0" lang="en-US" sz="1600" spc="-1" strike="noStrike">
                <a:solidFill>
                  <a:schemeClr val="dk1"/>
                </a:solidFill>
                <a:latin typeface="Calibri"/>
                <a:ea typeface="Calibri"/>
              </a:rPr>
              <a:t>public List&lt;User&gt; getAllUsers(){</a:t>
            </a:r>
            <a:endParaRPr b="0" lang="en-US" sz="1600" spc="-1" strike="noStrike">
              <a:solidFill>
                <a:srgbClr val="000000"/>
              </a:solidFill>
              <a:latin typeface="Arial"/>
            </a:endParaRPr>
          </a:p>
          <a:p>
            <a:pPr>
              <a:lnSpc>
                <a:spcPct val="100000"/>
              </a:lnSpc>
            </a:pPr>
            <a:r>
              <a:rPr b="0" lang="en-US" sz="1600" spc="-1" strike="noStrike">
                <a:solidFill>
                  <a:schemeClr val="dk1"/>
                </a:solidFill>
                <a:latin typeface="Calibri"/>
                <a:ea typeface="Calibri"/>
              </a:rPr>
              <a:t>        </a:t>
            </a:r>
            <a:r>
              <a:rPr b="0" lang="en-US" sz="1600" spc="-1" strike="noStrike">
                <a:solidFill>
                  <a:schemeClr val="dk1"/>
                </a:solidFill>
                <a:latin typeface="Calibri"/>
                <a:ea typeface="Calibri"/>
              </a:rPr>
              <a:t>return library.getUsers();</a:t>
            </a:r>
            <a:endParaRPr b="0" lang="en-US" sz="1600" spc="-1" strike="noStrike">
              <a:solidFill>
                <a:srgbClr val="000000"/>
              </a:solidFill>
              <a:latin typeface="Arial"/>
            </a:endParaRPr>
          </a:p>
          <a:p>
            <a:pPr>
              <a:lnSpc>
                <a:spcPct val="100000"/>
              </a:lnSpc>
            </a:pPr>
            <a:r>
              <a:rPr b="0" lang="en-US" sz="1600" spc="-1" strike="noStrike">
                <a:solidFill>
                  <a:schemeClr val="dk1"/>
                </a:solidFill>
                <a:latin typeface="Calibri"/>
                <a:ea typeface="Calibri"/>
              </a:rPr>
              <a:t>    </a:t>
            </a:r>
            <a:r>
              <a:rPr b="0" lang="en-US" sz="1600" spc="-1" strike="noStrike">
                <a:solidFill>
                  <a:schemeClr val="dk1"/>
                </a:solidFill>
                <a:latin typeface="Calibri"/>
                <a:ea typeface="Calibri"/>
              </a:rPr>
              <a:t>}</a:t>
            </a:r>
            <a:endParaRPr b="0" lang="en-US" sz="1600" spc="-1" strike="noStrike">
              <a:solidFill>
                <a:srgbClr val="000000"/>
              </a:solidFill>
              <a:latin typeface="Arial"/>
            </a:endParaRPr>
          </a:p>
          <a:p>
            <a:pPr>
              <a:lnSpc>
                <a:spcPct val="100000"/>
              </a:lnSpc>
            </a:pPr>
            <a:r>
              <a:rPr b="0" lang="en-US" sz="1600" spc="-1" strike="noStrike">
                <a:solidFill>
                  <a:schemeClr val="dk1"/>
                </a:solidFill>
                <a:latin typeface="Calibri"/>
                <a:ea typeface="Calibri"/>
              </a:rPr>
              <a:t>     </a:t>
            </a:r>
            <a:r>
              <a:rPr b="0" lang="en-US" sz="1600" spc="-1" strike="noStrike">
                <a:solidFill>
                  <a:schemeClr val="dk1"/>
                </a:solidFill>
                <a:latin typeface="Calibri"/>
                <a:ea typeface="Calibri"/>
              </a:rPr>
              <a:t>public void borrowBook(String title){</a:t>
            </a:r>
            <a:endParaRPr b="0" lang="en-US" sz="1600" spc="-1" strike="noStrike">
              <a:solidFill>
                <a:srgbClr val="000000"/>
              </a:solidFill>
              <a:latin typeface="Arial"/>
            </a:endParaRPr>
          </a:p>
          <a:p>
            <a:pPr>
              <a:lnSpc>
                <a:spcPct val="100000"/>
              </a:lnSpc>
            </a:pPr>
            <a:r>
              <a:rPr b="0" lang="en-US" sz="1600" spc="-1" strike="noStrike">
                <a:solidFill>
                  <a:schemeClr val="dk1"/>
                </a:solidFill>
                <a:latin typeface="Calibri"/>
                <a:ea typeface="Calibri"/>
              </a:rPr>
              <a:t>        </a:t>
            </a:r>
            <a:r>
              <a:rPr b="0" lang="en-US" sz="1600" spc="-1" strike="noStrike">
                <a:solidFill>
                  <a:schemeClr val="dk1"/>
                </a:solidFill>
                <a:latin typeface="Calibri"/>
                <a:ea typeface="Calibri"/>
              </a:rPr>
              <a:t>library.borrowBook(title);</a:t>
            </a:r>
            <a:endParaRPr b="0" lang="en-US" sz="1600" spc="-1" strike="noStrike">
              <a:solidFill>
                <a:srgbClr val="000000"/>
              </a:solidFill>
              <a:latin typeface="Arial"/>
            </a:endParaRPr>
          </a:p>
          <a:p>
            <a:pPr>
              <a:lnSpc>
                <a:spcPct val="100000"/>
              </a:lnSpc>
            </a:pPr>
            <a:r>
              <a:rPr b="0" lang="en-US" sz="1600" spc="-1" strike="noStrike">
                <a:solidFill>
                  <a:schemeClr val="dk1"/>
                </a:solidFill>
                <a:latin typeface="Calibri"/>
                <a:ea typeface="Calibri"/>
              </a:rPr>
              <a:t>        </a:t>
            </a:r>
            <a:endParaRPr b="0" lang="en-US" sz="1600" spc="-1" strike="noStrike">
              <a:solidFill>
                <a:srgbClr val="000000"/>
              </a:solidFill>
              <a:latin typeface="Arial"/>
            </a:endParaRPr>
          </a:p>
          <a:p>
            <a:pPr>
              <a:lnSpc>
                <a:spcPct val="100000"/>
              </a:lnSpc>
            </a:pPr>
            <a:r>
              <a:rPr b="0" lang="en-US" sz="1600" spc="-1" strike="noStrike">
                <a:solidFill>
                  <a:schemeClr val="dk1"/>
                </a:solidFill>
                <a:latin typeface="Calibri"/>
                <a:ea typeface="Calibri"/>
              </a:rPr>
              <a:t>    </a:t>
            </a:r>
            <a:r>
              <a:rPr b="0" lang="en-US" sz="1600" spc="-1" strike="noStrike">
                <a:solidFill>
                  <a:schemeClr val="dk1"/>
                </a:solidFill>
                <a:latin typeface="Calibri"/>
                <a:ea typeface="Calibri"/>
              </a:rPr>
              <a:t>}</a:t>
            </a:r>
            <a:endParaRPr b="0" lang="en-US" sz="1600" spc="-1" strike="noStrike">
              <a:solidFill>
                <a:srgbClr val="000000"/>
              </a:solidFill>
              <a:latin typeface="Arial"/>
            </a:endParaRPr>
          </a:p>
          <a:p>
            <a:pPr>
              <a:lnSpc>
                <a:spcPct val="100000"/>
              </a:lnSpc>
            </a:pPr>
            <a:endParaRPr b="0" lang="en-US" sz="1600" spc="-1" strike="noStrike">
              <a:solidFill>
                <a:srgbClr val="000000"/>
              </a:solidFill>
              <a:latin typeface="Arial"/>
            </a:endParaRPr>
          </a:p>
          <a:p>
            <a:pPr>
              <a:lnSpc>
                <a:spcPct val="100000"/>
              </a:lnSpc>
            </a:pPr>
            <a:r>
              <a:rPr b="0" lang="en-US" sz="1600" spc="-1" strike="noStrike">
                <a:solidFill>
                  <a:schemeClr val="dk1"/>
                </a:solidFill>
                <a:latin typeface="Calibri"/>
                <a:ea typeface="Calibri"/>
              </a:rPr>
              <a:t>    </a:t>
            </a:r>
            <a:r>
              <a:rPr b="0" lang="en-US" sz="1600" spc="-1" strike="noStrike">
                <a:solidFill>
                  <a:schemeClr val="dk1"/>
                </a:solidFill>
                <a:latin typeface="Calibri"/>
                <a:ea typeface="Calibri"/>
              </a:rPr>
              <a:t>public void returnBook(String title){</a:t>
            </a:r>
            <a:endParaRPr b="0" lang="en-US" sz="1600" spc="-1" strike="noStrike">
              <a:solidFill>
                <a:srgbClr val="000000"/>
              </a:solidFill>
              <a:latin typeface="Arial"/>
            </a:endParaRPr>
          </a:p>
          <a:p>
            <a:pPr>
              <a:lnSpc>
                <a:spcPct val="100000"/>
              </a:lnSpc>
            </a:pPr>
            <a:r>
              <a:rPr b="0" lang="en-US" sz="1600" spc="-1" strike="noStrike">
                <a:solidFill>
                  <a:schemeClr val="dk1"/>
                </a:solidFill>
                <a:latin typeface="Calibri"/>
                <a:ea typeface="Calibri"/>
              </a:rPr>
              <a:t>        </a:t>
            </a:r>
            <a:r>
              <a:rPr b="0" lang="en-US" sz="1600" spc="-1" strike="noStrike">
                <a:solidFill>
                  <a:schemeClr val="dk1"/>
                </a:solidFill>
                <a:latin typeface="Calibri"/>
                <a:ea typeface="Calibri"/>
              </a:rPr>
              <a:t>library.returnBook(title);</a:t>
            </a:r>
            <a:endParaRPr b="0" lang="en-US" sz="1600" spc="-1" strike="noStrike">
              <a:solidFill>
                <a:srgbClr val="000000"/>
              </a:solidFill>
              <a:latin typeface="Arial"/>
            </a:endParaRPr>
          </a:p>
          <a:p>
            <a:pPr>
              <a:lnSpc>
                <a:spcPct val="100000"/>
              </a:lnSpc>
            </a:pPr>
            <a:r>
              <a:rPr b="0" lang="en-US" sz="1600" spc="-1" strike="noStrike">
                <a:solidFill>
                  <a:schemeClr val="dk1"/>
                </a:solidFill>
                <a:latin typeface="Calibri"/>
                <a:ea typeface="Calibri"/>
              </a:rPr>
              <a:t>    </a:t>
            </a:r>
            <a:r>
              <a:rPr b="0" lang="en-US" sz="1600" spc="-1" strike="noStrike">
                <a:solidFill>
                  <a:schemeClr val="dk1"/>
                </a:solidFill>
                <a:latin typeface="Calibri"/>
                <a:ea typeface="Calibri"/>
              </a:rPr>
              <a:t>}</a:t>
            </a:r>
            <a:endParaRPr b="0" lang="en-US" sz="1600" spc="-1" strike="noStrike">
              <a:solidFill>
                <a:srgbClr val="000000"/>
              </a:solidFill>
              <a:latin typeface="Arial"/>
            </a:endParaRPr>
          </a:p>
          <a:p>
            <a:pPr>
              <a:lnSpc>
                <a:spcPct val="100000"/>
              </a:lnSpc>
            </a:pPr>
            <a:r>
              <a:rPr b="0" lang="en-US" sz="1600" spc="-1" strike="noStrike">
                <a:solidFill>
                  <a:schemeClr val="dk1"/>
                </a:solidFill>
                <a:latin typeface="Calibri"/>
                <a:ea typeface="Calibri"/>
              </a:rPr>
              <a:t>}</a:t>
            </a:r>
            <a:endParaRPr b="0" lang="en-US" sz="1600" spc="-1" strike="noStrike">
              <a:solidFill>
                <a:srgbClr val="000000"/>
              </a:solidFill>
              <a:latin typeface="Arial"/>
            </a:endParaRPr>
          </a:p>
        </p:txBody>
      </p:sp>
      <p:sp>
        <p:nvSpPr>
          <p:cNvPr id="198" name="Google Shape;279;p94"/>
          <p:cNvSpPr/>
          <p:nvPr/>
        </p:nvSpPr>
        <p:spPr>
          <a:xfrm>
            <a:off x="-24480" y="696600"/>
            <a:ext cx="8405640" cy="516600"/>
          </a:xfrm>
          <a:prstGeom prst="rect">
            <a:avLst/>
          </a:prstGeom>
          <a:noFill/>
          <a:ln w="0">
            <a:noFill/>
          </a:ln>
        </p:spPr>
        <p:style>
          <a:lnRef idx="0"/>
          <a:fillRef idx="0"/>
          <a:effectRef idx="0"/>
          <a:fontRef idx="minor"/>
        </p:style>
        <p:txBody>
          <a:bodyPr lIns="90000" rIns="90000" tIns="45000" bIns="45000" anchor="t">
            <a:spAutoFit/>
          </a:bodyPr>
          <a:p>
            <a:pPr>
              <a:lnSpc>
                <a:spcPct val="100000"/>
              </a:lnSpc>
              <a:tabLst>
                <a:tab algn="l" pos="0"/>
              </a:tabLst>
            </a:pPr>
            <a:r>
              <a:rPr b="1" lang="en-US" sz="2800" spc="-1" strike="noStrike">
                <a:solidFill>
                  <a:srgbClr val="c55a11"/>
                </a:solidFill>
                <a:latin typeface="Calibri"/>
                <a:ea typeface="Calibri"/>
              </a:rPr>
              <a:t>Design exercise - creating a simple system using GRASP</a:t>
            </a:r>
            <a:endParaRPr b="0" lang="en-US" sz="2800" spc="-1" strike="noStrike">
              <a:solidFill>
                <a:srgbClr val="000000"/>
              </a:solidFill>
              <a:latin typeface="Arial"/>
            </a:endParaRPr>
          </a:p>
        </p:txBody>
      </p:sp>
      <p:sp>
        <p:nvSpPr>
          <p:cNvPr id="199" name="Google Shape;280;p94"/>
          <p:cNvSpPr/>
          <p:nvPr/>
        </p:nvSpPr>
        <p:spPr>
          <a:xfrm>
            <a:off x="5257800" y="3657600"/>
            <a:ext cx="3949200" cy="820440"/>
          </a:xfrm>
          <a:prstGeom prst="rect">
            <a:avLst/>
          </a:prstGeom>
          <a:solidFill>
            <a:srgbClr val="8da9db"/>
          </a:solidFill>
          <a:ln w="9525">
            <a:solidFill>
              <a:srgbClr val="000000"/>
            </a:solidFill>
            <a:round/>
          </a:ln>
        </p:spPr>
        <p:style>
          <a:lnRef idx="0"/>
          <a:fillRef idx="0"/>
          <a:effectRef idx="0"/>
          <a:fontRef idx="minor"/>
        </p:style>
        <p:txBody>
          <a:bodyPr lIns="90000" rIns="90000" tIns="45000" bIns="45000" anchor="t">
            <a:spAutoFit/>
          </a:bodyPr>
          <a:p>
            <a:pPr marL="216000" indent="-127080">
              <a:lnSpc>
                <a:spcPct val="150000"/>
              </a:lnSpc>
              <a:buClr>
                <a:srgbClr val="000000"/>
              </a:buClr>
              <a:buFont typeface="Arial"/>
              <a:buChar char="•"/>
            </a:pPr>
            <a:r>
              <a:rPr b="0" lang="en-US" sz="1600" spc="-1" strike="noStrike">
                <a:solidFill>
                  <a:srgbClr val="000000"/>
                </a:solidFill>
                <a:latin typeface="Times New Roman"/>
                <a:ea typeface="Times New Roman"/>
              </a:rPr>
              <a:t>LibraryController handles user interactions asks model to perform the business logic.</a:t>
            </a: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cxnSp>
        <p:nvCxnSpPr>
          <p:cNvPr id="200" name="Google Shape;286;p65"/>
          <p:cNvCxnSpPr/>
          <p:nvPr/>
        </p:nvCxnSpPr>
        <p:spPr>
          <a:xfrm>
            <a:off x="0" y="1190880"/>
            <a:ext cx="6225840" cy="1080"/>
          </a:xfrm>
          <a:prstGeom prst="straightConnector1">
            <a:avLst/>
          </a:prstGeom>
          <a:ln w="38100">
            <a:solidFill>
              <a:srgbClr val="c55a11"/>
            </a:solidFill>
            <a:miter/>
          </a:ln>
        </p:spPr>
      </p:cxnSp>
      <p:sp>
        <p:nvSpPr>
          <p:cNvPr id="201" name="Google Shape;287;p65"/>
          <p:cNvSpPr/>
          <p:nvPr/>
        </p:nvSpPr>
        <p:spPr>
          <a:xfrm>
            <a:off x="285120" y="236520"/>
            <a:ext cx="7038720" cy="455400"/>
          </a:xfrm>
          <a:prstGeom prst="rect">
            <a:avLst/>
          </a:prstGeom>
          <a:noFill/>
          <a:ln w="0">
            <a:noFill/>
          </a:ln>
        </p:spPr>
        <p:style>
          <a:lnRef idx="0"/>
          <a:fillRef idx="0"/>
          <a:effectRef idx="0"/>
          <a:fontRef idx="minor"/>
        </p:style>
        <p:txBody>
          <a:bodyPr lIns="90000" rIns="90000" tIns="45000" bIns="45000" anchor="t">
            <a:spAutoFit/>
          </a:bodyPr>
          <a:p>
            <a:pPr>
              <a:lnSpc>
                <a:spcPct val="100000"/>
              </a:lnSpc>
              <a:tabLst>
                <a:tab algn="l" pos="0"/>
              </a:tabLst>
            </a:pPr>
            <a:r>
              <a:rPr b="1" lang="en-US" sz="2400" spc="-1" strike="noStrike">
                <a:solidFill>
                  <a:srgbClr val="2f5496"/>
                </a:solidFill>
                <a:latin typeface="Times New Roman"/>
                <a:ea typeface="Times New Roman"/>
              </a:rPr>
              <a:t>Object Oriented Analysis and Design </a:t>
            </a:r>
            <a:endParaRPr b="0" lang="en-US" sz="2400" spc="-1" strike="noStrike">
              <a:solidFill>
                <a:srgbClr val="000000"/>
              </a:solidFill>
              <a:latin typeface="Arial"/>
            </a:endParaRPr>
          </a:p>
        </p:txBody>
      </p:sp>
      <p:sp>
        <p:nvSpPr>
          <p:cNvPr id="202" name="Google Shape;288;p65"/>
          <p:cNvSpPr/>
          <p:nvPr/>
        </p:nvSpPr>
        <p:spPr>
          <a:xfrm>
            <a:off x="0" y="1197720"/>
            <a:ext cx="9013680" cy="546480"/>
          </a:xfrm>
          <a:prstGeom prst="rect">
            <a:avLst/>
          </a:prstGeom>
          <a:noFill/>
          <a:ln w="0">
            <a:noFill/>
          </a:ln>
        </p:spPr>
        <p:style>
          <a:lnRef idx="0"/>
          <a:fillRef idx="0"/>
          <a:effectRef idx="0"/>
          <a:fontRef idx="minor"/>
        </p:style>
        <p:txBody>
          <a:bodyPr lIns="90000" rIns="90000" tIns="45000" bIns="45000" anchor="t">
            <a:spAutoFit/>
          </a:bodyPr>
          <a:p>
            <a:pPr marL="435240" indent="-216000" algn="just">
              <a:lnSpc>
                <a:spcPct val="150000"/>
              </a:lnSpc>
              <a:tabLst>
                <a:tab algn="l" pos="0"/>
              </a:tabLst>
            </a:pPr>
            <a:endParaRPr b="0" lang="en-US" sz="2200" spc="-1" strike="noStrike">
              <a:solidFill>
                <a:schemeClr val="dk1"/>
              </a:solidFill>
              <a:latin typeface="Calibri"/>
              <a:ea typeface="Calibri"/>
            </a:endParaRPr>
          </a:p>
        </p:txBody>
      </p:sp>
      <p:pic>
        <p:nvPicPr>
          <p:cNvPr id="203" name="Google Shape;289;p65" descr=""/>
          <p:cNvPicPr/>
          <p:nvPr/>
        </p:nvPicPr>
        <p:blipFill>
          <a:blip r:embed="rId1"/>
          <a:stretch/>
        </p:blipFill>
        <p:spPr>
          <a:xfrm>
            <a:off x="8382240" y="0"/>
            <a:ext cx="754560" cy="1287360"/>
          </a:xfrm>
          <a:prstGeom prst="rect">
            <a:avLst/>
          </a:prstGeom>
          <a:ln w="0">
            <a:noFill/>
          </a:ln>
        </p:spPr>
      </p:pic>
      <p:sp>
        <p:nvSpPr>
          <p:cNvPr id="204" name="Google Shape;290;p65"/>
          <p:cNvSpPr/>
          <p:nvPr/>
        </p:nvSpPr>
        <p:spPr>
          <a:xfrm>
            <a:off x="429840" y="1371600"/>
            <a:ext cx="8028360" cy="5302440"/>
          </a:xfrm>
          <a:prstGeom prst="rect">
            <a:avLst/>
          </a:prstGeom>
          <a:noFill/>
          <a:ln w="19050">
            <a:solidFill>
              <a:srgbClr val="000000"/>
            </a:solidFill>
            <a:round/>
          </a:ln>
        </p:spPr>
        <p:style>
          <a:lnRef idx="0"/>
          <a:fillRef idx="0"/>
          <a:effectRef idx="0"/>
          <a:fontRef idx="minor"/>
        </p:style>
        <p:txBody>
          <a:bodyPr lIns="90000" rIns="90000" tIns="45000" bIns="45000" anchor="t">
            <a:spAutoFit/>
          </a:bodyPr>
          <a:p>
            <a:pPr>
              <a:lnSpc>
                <a:spcPct val="100000"/>
              </a:lnSpc>
            </a:pPr>
            <a:r>
              <a:rPr b="0" lang="en-US" sz="1800" spc="-1" strike="noStrike">
                <a:solidFill>
                  <a:srgbClr val="000000"/>
                </a:solidFill>
                <a:latin typeface="Calibri"/>
                <a:ea typeface="Calibri"/>
              </a:rPr>
              <a:t>public class LibrarySystem {</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Calibri"/>
              </a:rPr>
              <a:t>   </a:t>
            </a:r>
            <a:r>
              <a:rPr b="0" lang="en-US" sz="1800" spc="-1" strike="noStrike">
                <a:solidFill>
                  <a:srgbClr val="000000"/>
                </a:solidFill>
                <a:latin typeface="Calibri"/>
                <a:ea typeface="Calibri"/>
              </a:rPr>
              <a:t>public static void main(String[] args) {</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Calibri"/>
              </a:rPr>
              <a:t>        </a:t>
            </a:r>
            <a:r>
              <a:rPr b="0" lang="en-US" sz="1800" spc="-1" strike="noStrike">
                <a:solidFill>
                  <a:srgbClr val="000000"/>
                </a:solidFill>
                <a:latin typeface="Calibri"/>
                <a:ea typeface="Calibri"/>
              </a:rPr>
              <a:t>LibraryController controller = new LibraryController();</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Calibri"/>
              </a:rPr>
              <a:t>        </a:t>
            </a:r>
            <a:r>
              <a:rPr b="0" lang="en-US" sz="1800" spc="-1" strike="noStrike">
                <a:solidFill>
                  <a:srgbClr val="000000"/>
                </a:solidFill>
                <a:latin typeface="Calibri"/>
                <a:ea typeface="Calibri"/>
              </a:rPr>
              <a:t>controller.addNewBook("Clean Coding", "Robert Martin");</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Calibri"/>
              </a:rPr>
              <a:t>        </a:t>
            </a:r>
            <a:r>
              <a:rPr b="0" lang="en-US" sz="1800" spc="-1" strike="noStrike">
                <a:solidFill>
                  <a:srgbClr val="000000"/>
                </a:solidFill>
                <a:latin typeface="Calibri"/>
                <a:ea typeface="Calibri"/>
              </a:rPr>
              <a:t>controller.addNewBook("Harry Potter", "Rose Taylor");</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Calibri"/>
              </a:rPr>
              <a:t>        </a:t>
            </a:r>
            <a:r>
              <a:rPr b="0" lang="en-US" sz="1800" spc="-1" strike="noStrike">
                <a:solidFill>
                  <a:srgbClr val="000000"/>
                </a:solidFill>
                <a:latin typeface="Calibri"/>
                <a:ea typeface="Calibri"/>
              </a:rPr>
              <a:t>controller.registerUser("john", 1);</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Calibri"/>
              </a:rPr>
              <a:t>        </a:t>
            </a:r>
            <a:r>
              <a:rPr b="0" lang="en-US" sz="1800" spc="-1" strike="noStrike">
                <a:solidFill>
                  <a:srgbClr val="000000"/>
                </a:solidFill>
                <a:latin typeface="Calibri"/>
                <a:ea typeface="Calibri"/>
              </a:rPr>
              <a:t>controller.borrowBook("Harry Potter");</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Calibri"/>
              </a:rPr>
              <a:t>        </a:t>
            </a:r>
            <a:r>
              <a:rPr b="0" lang="en-US" sz="1800" spc="-1" strike="noStrike">
                <a:solidFill>
                  <a:srgbClr val="000000"/>
                </a:solidFill>
                <a:latin typeface="Calibri"/>
                <a:ea typeface="Calibri"/>
              </a:rPr>
              <a:t>List&lt;Book&gt; books = controller.getAvailableBooks();</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Calibri"/>
              </a:rPr>
              <a:t>        </a:t>
            </a:r>
            <a:r>
              <a:rPr b="0" lang="en-US" sz="1800" spc="-1" strike="noStrike">
                <a:solidFill>
                  <a:srgbClr val="000000"/>
                </a:solidFill>
                <a:latin typeface="Calibri"/>
                <a:ea typeface="Calibri"/>
              </a:rPr>
              <a:t>for (Book book : books) {</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Calibri"/>
              </a:rPr>
              <a:t>            </a:t>
            </a:r>
            <a:r>
              <a:rPr b="0" lang="en-US" sz="1800" spc="-1" strike="noStrike">
                <a:solidFill>
                  <a:srgbClr val="000000"/>
                </a:solidFill>
                <a:latin typeface="Calibri"/>
                <a:ea typeface="Calibri"/>
              </a:rPr>
              <a:t>System.out.println(book);</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Calibri"/>
              </a:rPr>
              <a:t>        </a:t>
            </a:r>
            <a:r>
              <a:rPr b="0" lang="en-US" sz="1800" spc="-1" strike="noStrike">
                <a:solidFill>
                  <a:srgbClr val="000000"/>
                </a:solidFill>
                <a:latin typeface="Calibri"/>
                <a:ea typeface="Calibri"/>
              </a:rPr>
              <a:t>}</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Calibri"/>
              </a:rPr>
              <a:t>        </a:t>
            </a:r>
            <a:r>
              <a:rPr b="0" lang="en-US" sz="1800" spc="-1" strike="noStrike">
                <a:solidFill>
                  <a:srgbClr val="000000"/>
                </a:solidFill>
                <a:latin typeface="Calibri"/>
                <a:ea typeface="Calibri"/>
              </a:rPr>
              <a:t>controller.returnBook("Harry Potter");</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Calibri"/>
              </a:rPr>
              <a:t>        </a:t>
            </a:r>
            <a:r>
              <a:rPr b="0" lang="en-US" sz="1800" spc="-1" strike="noStrike">
                <a:solidFill>
                  <a:srgbClr val="000000"/>
                </a:solidFill>
                <a:latin typeface="Calibri"/>
                <a:ea typeface="Calibri"/>
              </a:rPr>
              <a:t>books = controller.getAvailableBooks();</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Calibri"/>
              </a:rPr>
              <a:t>        </a:t>
            </a:r>
            <a:r>
              <a:rPr b="0" lang="en-US" sz="1800" spc="-1" strike="noStrike">
                <a:solidFill>
                  <a:srgbClr val="000000"/>
                </a:solidFill>
                <a:latin typeface="Calibri"/>
                <a:ea typeface="Calibri"/>
              </a:rPr>
              <a:t>for (Book book : books) {</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Calibri"/>
              </a:rPr>
              <a:t>            </a:t>
            </a:r>
            <a:r>
              <a:rPr b="0" lang="en-US" sz="1800" spc="-1" strike="noStrike">
                <a:solidFill>
                  <a:srgbClr val="000000"/>
                </a:solidFill>
                <a:latin typeface="Calibri"/>
                <a:ea typeface="Calibri"/>
              </a:rPr>
              <a:t>System.out.println(book);</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Calibri"/>
              </a:rPr>
              <a:t>        </a:t>
            </a:r>
            <a:r>
              <a:rPr b="0" lang="en-US" sz="1800" spc="-1" strike="noStrike">
                <a:solidFill>
                  <a:srgbClr val="000000"/>
                </a:solidFill>
                <a:latin typeface="Calibri"/>
                <a:ea typeface="Calibri"/>
              </a:rPr>
              <a:t>}</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Calibri"/>
              </a:rPr>
              <a:t>    </a:t>
            </a:r>
            <a:r>
              <a:rPr b="0" lang="en-US" sz="1800" spc="-1" strike="noStrike">
                <a:solidFill>
                  <a:srgbClr val="000000"/>
                </a:solidFill>
                <a:latin typeface="Calibri"/>
                <a:ea typeface="Calibri"/>
              </a:rPr>
              <a:t>}</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Calibri"/>
              </a:rPr>
              <a:t>}</a:t>
            </a:r>
            <a:endParaRPr b="0" lang="en-US" sz="1800" spc="-1" strike="noStrike">
              <a:solidFill>
                <a:srgbClr val="000000"/>
              </a:solidFill>
              <a:latin typeface="Arial"/>
            </a:endParaRPr>
          </a:p>
        </p:txBody>
      </p:sp>
      <p:sp>
        <p:nvSpPr>
          <p:cNvPr id="205" name="Google Shape;291;p65"/>
          <p:cNvSpPr/>
          <p:nvPr/>
        </p:nvSpPr>
        <p:spPr>
          <a:xfrm>
            <a:off x="-24480" y="696600"/>
            <a:ext cx="8405640" cy="516600"/>
          </a:xfrm>
          <a:prstGeom prst="rect">
            <a:avLst/>
          </a:prstGeom>
          <a:noFill/>
          <a:ln w="0">
            <a:noFill/>
          </a:ln>
        </p:spPr>
        <p:style>
          <a:lnRef idx="0"/>
          <a:fillRef idx="0"/>
          <a:effectRef idx="0"/>
          <a:fontRef idx="minor"/>
        </p:style>
        <p:txBody>
          <a:bodyPr lIns="90000" rIns="90000" tIns="45000" bIns="45000" anchor="t">
            <a:spAutoFit/>
          </a:bodyPr>
          <a:p>
            <a:pPr>
              <a:lnSpc>
                <a:spcPct val="100000"/>
              </a:lnSpc>
              <a:tabLst>
                <a:tab algn="l" pos="0"/>
              </a:tabLst>
            </a:pPr>
            <a:r>
              <a:rPr b="1" lang="en-US" sz="2800" spc="-1" strike="noStrike">
                <a:solidFill>
                  <a:srgbClr val="c55a11"/>
                </a:solidFill>
                <a:latin typeface="Calibri"/>
                <a:ea typeface="Calibri"/>
              </a:rPr>
              <a:t>Design exercise - creating a simple system using GRASP</a:t>
            </a: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cxnSp>
        <p:nvCxnSpPr>
          <p:cNvPr id="206" name="Google Shape;296;p32"/>
          <p:cNvCxnSpPr/>
          <p:nvPr/>
        </p:nvCxnSpPr>
        <p:spPr>
          <a:xfrm>
            <a:off x="4086000" y="3022560"/>
            <a:ext cx="3437280" cy="1080"/>
          </a:xfrm>
          <a:prstGeom prst="straightConnector1">
            <a:avLst/>
          </a:prstGeom>
          <a:ln w="38100">
            <a:solidFill>
              <a:srgbClr val="c55a11"/>
            </a:solidFill>
            <a:miter/>
          </a:ln>
        </p:spPr>
      </p:cxnSp>
      <p:grpSp>
        <p:nvGrpSpPr>
          <p:cNvPr id="207" name="Google Shape;297;p32"/>
          <p:cNvGrpSpPr/>
          <p:nvPr/>
        </p:nvGrpSpPr>
        <p:grpSpPr>
          <a:xfrm>
            <a:off x="224640" y="968040"/>
            <a:ext cx="8637840" cy="4663080"/>
            <a:chOff x="224640" y="968040"/>
            <a:chExt cx="8637840" cy="4663080"/>
          </a:xfrm>
        </p:grpSpPr>
        <p:sp>
          <p:nvSpPr>
            <p:cNvPr id="208" name="Google Shape;298;p32"/>
            <p:cNvSpPr/>
            <p:nvPr/>
          </p:nvSpPr>
          <p:spPr>
            <a:xfrm>
              <a:off x="8827920" y="977040"/>
              <a:ext cx="33120" cy="799200"/>
            </a:xfrm>
            <a:prstGeom prst="rect">
              <a:avLst/>
            </a:prstGeom>
            <a:solidFill>
              <a:srgbClr val="c55a11"/>
            </a:solidFill>
            <a:ln w="0">
              <a:noFill/>
            </a:ln>
          </p:spPr>
          <p:style>
            <a:lnRef idx="0"/>
            <a:fillRef idx="0"/>
            <a:effectRef idx="0"/>
            <a:fontRef idx="minor"/>
          </p:style>
          <p:txBody>
            <a:bodyPr lIns="68400" rIns="68400" tIns="34200" bIns="34200" anchor="ctr">
              <a:noAutofit/>
            </a:bodyPr>
            <a:p>
              <a:pPr algn="ctr">
                <a:lnSpc>
                  <a:spcPct val="100000"/>
                </a:lnSpc>
                <a:tabLst>
                  <a:tab algn="l" pos="0"/>
                </a:tabLst>
              </a:pPr>
              <a:endParaRPr b="0" lang="en-US" sz="1350" spc="-1" strike="noStrike">
                <a:solidFill>
                  <a:schemeClr val="lt1"/>
                </a:solidFill>
                <a:latin typeface="Calibri"/>
                <a:ea typeface="Calibri"/>
              </a:endParaRPr>
            </a:p>
          </p:txBody>
        </p:sp>
        <p:sp>
          <p:nvSpPr>
            <p:cNvPr id="209" name="Google Shape;299;p32"/>
            <p:cNvSpPr/>
            <p:nvPr/>
          </p:nvSpPr>
          <p:spPr>
            <a:xfrm rot="5400000">
              <a:off x="8446320" y="584640"/>
              <a:ext cx="33120" cy="799200"/>
            </a:xfrm>
            <a:prstGeom prst="rect">
              <a:avLst/>
            </a:prstGeom>
            <a:solidFill>
              <a:srgbClr val="c55a11"/>
            </a:solidFill>
            <a:ln w="0">
              <a:noFill/>
            </a:ln>
          </p:spPr>
          <p:style>
            <a:lnRef idx="0"/>
            <a:fillRef idx="0"/>
            <a:effectRef idx="0"/>
            <a:fontRef idx="minor"/>
          </p:style>
          <p:txBody>
            <a:bodyPr lIns="68400" rIns="68400" tIns="34200" bIns="34200" anchor="ctr">
              <a:noAutofit/>
            </a:bodyPr>
            <a:p>
              <a:pPr algn="ctr">
                <a:lnSpc>
                  <a:spcPct val="100000"/>
                </a:lnSpc>
                <a:tabLst>
                  <a:tab algn="l" pos="0"/>
                </a:tabLst>
              </a:pPr>
              <a:endParaRPr b="0" lang="en-US" sz="1350" spc="-1" strike="noStrike">
                <a:solidFill>
                  <a:schemeClr val="lt1"/>
                </a:solidFill>
                <a:latin typeface="Calibri"/>
                <a:ea typeface="Calibri"/>
              </a:endParaRPr>
            </a:p>
          </p:txBody>
        </p:sp>
        <p:sp>
          <p:nvSpPr>
            <p:cNvPr id="210" name="Google Shape;300;p32"/>
            <p:cNvSpPr/>
            <p:nvPr/>
          </p:nvSpPr>
          <p:spPr>
            <a:xfrm rot="5400000">
              <a:off x="607680" y="5214960"/>
              <a:ext cx="33120" cy="799200"/>
            </a:xfrm>
            <a:prstGeom prst="rect">
              <a:avLst/>
            </a:prstGeom>
            <a:solidFill>
              <a:srgbClr val="c55a11"/>
            </a:solidFill>
            <a:ln w="0">
              <a:noFill/>
            </a:ln>
          </p:spPr>
          <p:style>
            <a:lnRef idx="0"/>
            <a:fillRef idx="0"/>
            <a:effectRef idx="0"/>
            <a:fontRef idx="minor"/>
          </p:style>
          <p:txBody>
            <a:bodyPr lIns="68400" rIns="68400" tIns="34200" bIns="34200" anchor="ctr">
              <a:noAutofit/>
            </a:bodyPr>
            <a:p>
              <a:pPr algn="ctr">
                <a:lnSpc>
                  <a:spcPct val="100000"/>
                </a:lnSpc>
                <a:tabLst>
                  <a:tab algn="l" pos="0"/>
                </a:tabLst>
              </a:pPr>
              <a:endParaRPr b="0" lang="en-US" sz="1350" spc="-1" strike="noStrike">
                <a:solidFill>
                  <a:schemeClr val="lt1"/>
                </a:solidFill>
                <a:latin typeface="Calibri"/>
                <a:ea typeface="Calibri"/>
              </a:endParaRPr>
            </a:p>
          </p:txBody>
        </p:sp>
        <p:sp>
          <p:nvSpPr>
            <p:cNvPr id="211" name="Google Shape;301;p32"/>
            <p:cNvSpPr/>
            <p:nvPr/>
          </p:nvSpPr>
          <p:spPr>
            <a:xfrm rot="10800000">
              <a:off x="224640" y="4824720"/>
              <a:ext cx="33120" cy="799200"/>
            </a:xfrm>
            <a:prstGeom prst="rect">
              <a:avLst/>
            </a:prstGeom>
            <a:solidFill>
              <a:srgbClr val="c55a11"/>
            </a:solidFill>
            <a:ln w="0">
              <a:noFill/>
            </a:ln>
          </p:spPr>
          <p:style>
            <a:lnRef idx="0"/>
            <a:fillRef idx="0"/>
            <a:effectRef idx="0"/>
            <a:fontRef idx="minor"/>
          </p:style>
          <p:txBody>
            <a:bodyPr lIns="68400" rIns="68400" tIns="34200" bIns="34200" anchor="ctr">
              <a:noAutofit/>
            </a:bodyPr>
            <a:p>
              <a:pPr algn="ctr">
                <a:lnSpc>
                  <a:spcPct val="100000"/>
                </a:lnSpc>
                <a:tabLst>
                  <a:tab algn="l" pos="0"/>
                </a:tabLst>
              </a:pPr>
              <a:endParaRPr b="0" lang="en-US" sz="1350" spc="-1" strike="noStrike">
                <a:solidFill>
                  <a:schemeClr val="lt1"/>
                </a:solidFill>
                <a:latin typeface="Calibri"/>
                <a:ea typeface="Calibri"/>
              </a:endParaRPr>
            </a:p>
          </p:txBody>
        </p:sp>
      </p:grpSp>
      <p:sp>
        <p:nvSpPr>
          <p:cNvPr id="212" name="Google Shape;302;p32"/>
          <p:cNvSpPr/>
          <p:nvPr/>
        </p:nvSpPr>
        <p:spPr>
          <a:xfrm>
            <a:off x="4086000" y="2394360"/>
            <a:ext cx="3451680" cy="479880"/>
          </a:xfrm>
          <a:prstGeom prst="rect">
            <a:avLst/>
          </a:prstGeom>
          <a:noFill/>
          <a:ln w="0">
            <a:noFill/>
          </a:ln>
        </p:spPr>
        <p:style>
          <a:lnRef idx="0"/>
          <a:fillRef idx="0"/>
          <a:effectRef idx="0"/>
          <a:fontRef idx="minor"/>
        </p:style>
        <p:txBody>
          <a:bodyPr lIns="68400" rIns="68400" tIns="34200" bIns="34200" anchor="t">
            <a:spAutoFit/>
          </a:bodyPr>
          <a:p>
            <a:pPr>
              <a:lnSpc>
                <a:spcPct val="100000"/>
              </a:lnSpc>
              <a:tabLst>
                <a:tab algn="l" pos="0"/>
              </a:tabLst>
            </a:pPr>
            <a:r>
              <a:rPr b="1" lang="en-US" sz="2700" spc="-1" strike="noStrike">
                <a:solidFill>
                  <a:srgbClr val="c55a11"/>
                </a:solidFill>
                <a:latin typeface="Times New Roman"/>
                <a:ea typeface="Times New Roman"/>
              </a:rPr>
              <a:t>THANK YOU</a:t>
            </a:r>
            <a:endParaRPr b="0" lang="en-US" sz="2700" spc="-1" strike="noStrike">
              <a:solidFill>
                <a:srgbClr val="000000"/>
              </a:solidFill>
              <a:latin typeface="Arial"/>
            </a:endParaRPr>
          </a:p>
        </p:txBody>
      </p:sp>
      <p:pic>
        <p:nvPicPr>
          <p:cNvPr id="213" name="Google Shape;303;p32" descr="https://lh7-rt.googleusercontent.com/slidesz/AGV_vUfTyFw7WSX9KjaO-w1Rw9d4JRvVdmmfjkmlozulmt3QTqBh9ZxkKZqWVSOL6A0uLppCXIGMj-AK-nArlVJP-7sEU1L0BpmI1S4SGeApMn7CqgdAfgg8nW-E0bt-g7CVWEBjHfNOJLmBMvme8ah0xQ=s2048?key=90YWuivvAQe76yp95CsInCkp"/>
          <p:cNvPicPr/>
          <p:nvPr/>
        </p:nvPicPr>
        <p:blipFill>
          <a:blip r:embed="rId1"/>
          <a:stretch/>
        </p:blipFill>
        <p:spPr>
          <a:xfrm>
            <a:off x="1100160" y="1002960"/>
            <a:ext cx="2229480" cy="3845160"/>
          </a:xfrm>
          <a:prstGeom prst="rect">
            <a:avLst/>
          </a:prstGeom>
          <a:ln w="0">
            <a:noFill/>
          </a:ln>
        </p:spPr>
      </p:pic>
      <p:sp>
        <p:nvSpPr>
          <p:cNvPr id="214" name="Google Shape;304;p32"/>
          <p:cNvSpPr/>
          <p:nvPr/>
        </p:nvSpPr>
        <p:spPr>
          <a:xfrm>
            <a:off x="4086000" y="3138120"/>
            <a:ext cx="4707000" cy="708480"/>
          </a:xfrm>
          <a:prstGeom prst="rect">
            <a:avLst/>
          </a:prstGeom>
          <a:noFill/>
          <a:ln w="0">
            <a:noFill/>
          </a:ln>
        </p:spPr>
        <p:style>
          <a:lnRef idx="0"/>
          <a:fillRef idx="0"/>
          <a:effectRef idx="0"/>
          <a:fontRef idx="minor"/>
        </p:style>
        <p:txBody>
          <a:bodyPr lIns="68400" rIns="68400" tIns="34200" bIns="34200" anchor="t">
            <a:spAutoFit/>
          </a:bodyPr>
          <a:p>
            <a:pPr>
              <a:lnSpc>
                <a:spcPct val="100000"/>
              </a:lnSpc>
              <a:tabLst>
                <a:tab algn="l" pos="0"/>
              </a:tabLst>
            </a:pPr>
            <a:r>
              <a:rPr b="1" lang="en-US" sz="1400" spc="-1" strike="noStrike">
                <a:solidFill>
                  <a:schemeClr val="dk1"/>
                </a:solidFill>
                <a:latin typeface="Times New Roman"/>
                <a:ea typeface="Times New Roman"/>
              </a:rPr>
              <a:t>Prof. Shridevi A Sawant</a:t>
            </a:r>
            <a:endParaRPr b="0" lang="en-US" sz="1400" spc="-1" strike="noStrike">
              <a:solidFill>
                <a:srgbClr val="000000"/>
              </a:solidFill>
              <a:latin typeface="Arial"/>
            </a:endParaRPr>
          </a:p>
          <a:p>
            <a:pPr>
              <a:lnSpc>
                <a:spcPct val="100000"/>
              </a:lnSpc>
              <a:tabLst>
                <a:tab algn="l" pos="0"/>
              </a:tabLst>
            </a:pPr>
            <a:r>
              <a:rPr b="1" lang="en-US" sz="1400" spc="-1" strike="noStrike">
                <a:solidFill>
                  <a:schemeClr val="dk1"/>
                </a:solidFill>
                <a:latin typeface="Times New Roman"/>
                <a:ea typeface="Times New Roman"/>
              </a:rPr>
              <a:t>Computer Science and Engineering</a:t>
            </a:r>
            <a:endParaRPr b="0" lang="en-US" sz="1400" spc="-1" strike="noStrike">
              <a:solidFill>
                <a:srgbClr val="000000"/>
              </a:solidFill>
              <a:latin typeface="Arial"/>
            </a:endParaRPr>
          </a:p>
          <a:p>
            <a:pPr>
              <a:lnSpc>
                <a:spcPct val="100000"/>
              </a:lnSpc>
              <a:tabLst>
                <a:tab algn="l" pos="0"/>
              </a:tabLst>
            </a:pP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6.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2882</TotalTime>
  <Application>LibreOffice/24.2.2.2$MacOSX_X86_64 LibreOffice_project/d56cc158d8a96260b836f100ef4b4ef25d6f1a01</Application>
  <AppVersion>15.0000</AppVersion>
  <Words>789</Words>
  <Paragraphs>154</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1999-02-24T20:45:50Z</dcterms:created>
  <dc:creator>USER</dc:creator>
  <dc:description/>
  <dc:language>en-US</dc:language>
  <cp:lastModifiedBy/>
  <dcterms:modified xsi:type="dcterms:W3CDTF">2026-03-17T10:11:45Z</dcterms:modified>
  <cp:revision>11</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10</vt:i4>
  </property>
  <property fmtid="{D5CDD505-2E9C-101B-9397-08002B2CF9AE}" pid="3" name="PresentationFormat">
    <vt:lpwstr>On-screen Show (4:3)</vt:lpwstr>
  </property>
  <property fmtid="{D5CDD505-2E9C-101B-9397-08002B2CF9AE}" pid="4" name="Slides">
    <vt:i4>10</vt:i4>
  </property>
</Properties>
</file>