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13.xml" ContentType="application/vnd.openxmlformats-officedocument.theme+xml"/>
  <Override PartName="/ppt/theme/theme6.xml" ContentType="application/vnd.openxmlformats-officedocument.theme+xml"/>
  <Override PartName="/ppt/theme/theme18.xml" ContentType="application/vnd.openxmlformats-officedocument.theme+xml"/>
  <Override PartName="/ppt/theme/theme14.xml" ContentType="application/vnd.openxmlformats-officedocument.theme+xml"/>
  <Override PartName="/ppt/theme/theme7.xml" ContentType="application/vnd.openxmlformats-officedocument.theme+xml"/>
  <Override PartName="/ppt/theme/theme19.xml" ContentType="application/vnd.openxmlformats-officedocument.theme+xml"/>
  <Override PartName="/ppt/theme/theme3.xml" ContentType="application/vnd.openxmlformats-officedocument.theme+xml"/>
  <Override PartName="/ppt/theme/theme10.xml" ContentType="application/vnd.openxmlformats-officedocument.theme+xml"/>
  <Override PartName="/ppt/theme/theme8.xml" ContentType="application/vnd.openxmlformats-officedocument.theme+xml"/>
  <Override PartName="/ppt/theme/theme15.xml" ContentType="application/vnd.openxmlformats-officedocument.theme+xml"/>
  <Override PartName="/ppt/theme/theme4.xml" ContentType="application/vnd.openxmlformats-officedocument.theme+xml"/>
  <Override PartName="/ppt/theme/theme11.xml" ContentType="application/vnd.openxmlformats-officedocument.theme+xml"/>
  <Override PartName="/ppt/theme/theme16.xml" ContentType="application/vnd.openxmlformats-officedocument.theme+xml"/>
  <Override PartName="/ppt/theme/theme9.xml" ContentType="application/vnd.openxmlformats-officedocument.theme+xml"/>
  <Override PartName="/ppt/theme/theme5.xml" ContentType="application/vnd.openxmlformats-officedocument.theme+xml"/>
  <Override PartName="/ppt/theme/theme1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17.xml" ContentType="application/vnd.openxmlformats-officedocument.theme+xml"/>
  <Override PartName="/ppt/theme/theme25.xml" ContentType="application/vnd.openxmlformats-officedocument.theme+xml"/>
  <Override PartName="/ppt/slideMasters/_rels/slideMaster8.xml.rels" ContentType="application/vnd.openxmlformats-package.relationships+xml"/>
  <Override PartName="/ppt/slideMasters/_rels/slideMaster19.xml.rels" ContentType="application/vnd.openxmlformats-package.relationships+xml"/>
  <Override PartName="/ppt/slideMasters/_rels/slideMaster22.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7.xml.rels" ContentType="application/vnd.openxmlformats-package.relationships+xml"/>
  <Override PartName="/ppt/slideMasters/_rels/slideMaster18.xml.rels" ContentType="application/vnd.openxmlformats-package.relationships+xml"/>
  <Override PartName="/ppt/slideMasters/_rels/slideMaster24.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23.xml.rels" ContentType="application/vnd.openxmlformats-package.relationships+xml"/>
  <Override PartName="/ppt/slideMasters/_rels/slideMaster21.xml.rels" ContentType="application/vnd.openxmlformats-package.relationships+xml"/>
  <Override PartName="/ppt/slideMasters/_rels/slideMaster20.xml.rels" ContentType="application/vnd.openxmlformats-package.relationships+xml"/>
  <Override PartName="/ppt/slideMasters/_rels/slideMaster9.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slideMaster2.xml" ContentType="application/vnd.openxmlformats-officedocument.presentationml.slideMaster+xml"/>
  <Override PartName="/ppt/slideMasters/slideMaster12.xml" ContentType="application/vnd.openxmlformats-officedocument.presentationml.slideMaster+xml"/>
  <Override PartName="/ppt/slideMasters/slideMaster3.xml" ContentType="application/vnd.openxmlformats-officedocument.presentationml.slideMaster+xml"/>
  <Override PartName="/ppt/slideMasters/slideMaster13.xml" ContentType="application/vnd.openxmlformats-officedocument.presentationml.slideMaster+xml"/>
  <Override PartName="/ppt/slideMasters/slideMaster4.xml" ContentType="application/vnd.openxmlformats-officedocument.presentationml.slideMaster+xml"/>
  <Override PartName="/ppt/slideMasters/slideMaster14.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xml" ContentType="application/vnd.openxmlformats-officedocument.presentationml.slideMaster+xml"/>
  <Override PartName="/ppt/slideMasters/slideMaster19.xml" ContentType="application/vnd.openxmlformats-officedocument.presentationml.slideMaster+xml"/>
  <Override PartName="/ppt/slideMasters/slideMaster9.xml" ContentType="application/vnd.openxmlformats-officedocument.presentationml.slideMaster+xml"/>
  <Override PartName="/ppt/slideMasters/slideMaster24.xml" ContentType="application/vnd.openxmlformats-officedocument.presentationml.slideMaster+xml"/>
  <Override PartName="/ppt/slideMasters/slideMaster5.xml" ContentType="application/vnd.openxmlformats-officedocument.presentationml.slideMaster+xml"/>
  <Override PartName="/ppt/slideMasters/slideMaster20.xml" ContentType="application/vnd.openxmlformats-officedocument.presentationml.slideMaster+xml"/>
  <Override PartName="/ppt/slideMasters/slideMaster15.xml" ContentType="application/vnd.openxmlformats-officedocument.presentationml.slideMaster+xml"/>
  <Override PartName="/ppt/slideMasters/slideMaster6.xml" ContentType="application/vnd.openxmlformats-officedocument.presentationml.slideMaster+xml"/>
  <Override PartName="/ppt/slideMasters/slideMaster2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22.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23.xml" ContentType="application/vnd.openxmlformats-officedocument.presentationml.slideMaster+xml"/>
  <Override PartName="/ppt/slideMasters/slideMaster18.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_rels/presentation.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17.xml.rels" ContentType="application/vnd.openxmlformats-package.relationships+xml"/>
  <Override PartName="/ppt/slideLayouts/_rels/slideLayout6.xml.rels" ContentType="application/vnd.openxmlformats-package.relationships+xml"/>
  <Override PartName="/ppt/slideLayouts/_rels/slideLayout11.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10.xml.rels" ContentType="application/vnd.openxmlformats-package.relationships+xml"/>
  <Override PartName="/ppt/slideLayouts/_rels/slideLayout18.xml.rels" ContentType="application/vnd.openxmlformats-package.relationships+xml"/>
  <Override PartName="/ppt/slideLayouts/_rels/slideLayout7.xml.rels" ContentType="application/vnd.openxmlformats-package.relationships+xml"/>
  <Override PartName="/ppt/slideLayouts/_rels/slideLayout20.xml.rels" ContentType="application/vnd.openxmlformats-package.relationships+xml"/>
  <Override PartName="/ppt/slideLayouts/_rels/slideLayout12.xml.rels" ContentType="application/vnd.openxmlformats-package.relationships+xml"/>
  <Override PartName="/ppt/slideLayouts/_rels/slideLayout14.xml.rels" ContentType="application/vnd.openxmlformats-package.relationships+xml"/>
  <Override PartName="/ppt/slideLayouts/_rels/slideLayout22.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16.xml.rels" ContentType="application/vnd.openxmlformats-package.relationships+xml"/>
  <Override PartName="/ppt/slideLayouts/_rels/slideLayout3.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0.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21.xml" ContentType="application/vnd.openxmlformats-officedocument.presentationml.slideLayout+xml"/>
  <Override PartName="/ppt/slideLayouts/slideLayout12.xml" ContentType="application/vnd.openxmlformats-officedocument.presentationml.slideLayout+xml"/>
  <Override PartName="/ppt/slideLayouts/slideLayout22.xml" ContentType="application/vnd.openxmlformats-officedocument.presentationml.slideLayout+xml"/>
  <Override PartName="/ppt/slideLayouts/slideLayout7.xml" ContentType="application/vnd.openxmlformats-officedocument.presentationml.slideLayout+xml"/>
  <Override PartName="/ppt/slideLayouts/slideLayout17.xml" ContentType="application/vnd.openxmlformats-officedocument.presentationml.slideLayout+xml"/>
  <Override PartName="/ppt/slideLayouts/slideLayout8.xml" ContentType="application/vnd.openxmlformats-officedocument.presentationml.slideLayout+xml"/>
  <Override PartName="/ppt/slideLayouts/slideLayout23.xml" ContentType="application/vnd.openxmlformats-officedocument.presentationml.slideLayout+xml"/>
  <Override PartName="/ppt/slideLayouts/slideLayout13.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slides/slide1.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_rels/slide14.xml.rels" ContentType="application/vnd.openxmlformats-package.relationships+xml"/>
  <Override PartName="/ppt/slides/_rels/slide13.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notesSlides/notesSlide2.xml" ContentType="application/vnd.openxmlformats-officedocument.presentationml.notesSlide+xml"/>
  <Override PartName="/ppt/notesSlides/notesSlide12.xml" ContentType="application/vnd.openxmlformats-officedocument.presentationml.notesSlide+xml"/>
  <Override PartName="/ppt/notesSlides/_rels/notesSlide13.xml.rels" ContentType="application/vnd.openxmlformats-package.relationships+xml"/>
  <Override PartName="/ppt/notesSlides/_rels/notesSlide11.xml.rels" ContentType="application/vnd.openxmlformats-package.relationships+xml"/>
  <Override PartName="/ppt/notesSlides/_rels/notesSlide8.xml.rels" ContentType="application/vnd.openxmlformats-package.relationships+xml"/>
  <Override PartName="/ppt/notesSlides/_rels/notesSlide10.xml.rels" ContentType="application/vnd.openxmlformats-package.relationships+xml"/>
  <Override PartName="/ppt/notesSlides/_rels/notesSlide9.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12.xml.rels" ContentType="application/vnd.openxmlformats-package.relationships+xml"/>
  <Override PartName="/ppt/notesSlides/_rels/notesSlide2.xml.rels" ContentType="application/vnd.openxmlformats-package.relationship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notesMasterIdLst>
    <p:notesMasterId r:id="rId26"/>
  </p:notesMasterIdLst>
  <p:sldIdLst>
    <p:sldId id="256" r:id="rId27"/>
    <p:sldId id="257" r:id="rId28"/>
    <p:sldId id="258" r:id="rId29"/>
    <p:sldId id="259" r:id="rId30"/>
    <p:sldId id="260" r:id="rId31"/>
    <p:sldId id="261" r:id="rId32"/>
    <p:sldId id="262" r:id="rId33"/>
    <p:sldId id="263" r:id="rId34"/>
    <p:sldId id="264" r:id="rId35"/>
    <p:sldId id="265" r:id="rId36"/>
    <p:sldId id="266" r:id="rId37"/>
    <p:sldId id="267" r:id="rId38"/>
    <p:sldId id="268" r:id="rId39"/>
    <p:sldId id="269" r:id="rId40"/>
  </p:sldIdLst>
  <p:sldSz cx="9144000" cy="6858000"/>
  <p:notesSz cx="6654800" cy="86725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notesMaster" Target="notesMasters/notesMaster1.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400" spc="-1" strike="noStrike">
                <a:solidFill>
                  <a:srgbClr val="000000"/>
                </a:solidFill>
                <a:latin typeface="Arial"/>
              </a:rPr>
              <a:t>Click to move the slide</a:t>
            </a:r>
            <a:endParaRPr b="0" lang="en-US" sz="1400" spc="-1" strike="noStrike">
              <a:solidFill>
                <a:srgbClr val="000000"/>
              </a:solidFill>
              <a:latin typeface="Arial"/>
            </a:endParaRPr>
          </a:p>
        </p:txBody>
      </p:sp>
      <p:sp>
        <p:nvSpPr>
          <p:cNvPr id="15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5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57" name="PlaceHolder 4"/>
          <p:cNvSpPr>
            <a:spLocks noGrp="1"/>
          </p:cNvSpPr>
          <p:nvPr>
            <p:ph type="dt" idx="69"/>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58" name="PlaceHolder 5"/>
          <p:cNvSpPr>
            <a:spLocks noGrp="1"/>
          </p:cNvSpPr>
          <p:nvPr>
            <p:ph type="ftr" idx="70"/>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9" name="PlaceHolder 6"/>
          <p:cNvSpPr>
            <a:spLocks noGrp="1"/>
          </p:cNvSpPr>
          <p:nvPr>
            <p:ph type="sldNum" idx="71"/>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84420D87-BE64-42E7-B41C-3446AB974FF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sldImg"/>
          </p:nvPr>
        </p:nvSpPr>
        <p:spPr>
          <a:xfrm>
            <a:off x="1371600" y="1143000"/>
            <a:ext cx="4114440" cy="3085920"/>
          </a:xfrm>
          <a:prstGeom prst="rect">
            <a:avLst/>
          </a:prstGeom>
          <a:ln w="0">
            <a:noFill/>
          </a:ln>
        </p:spPr>
      </p:sp>
      <p:sp>
        <p:nvSpPr>
          <p:cNvPr id="2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200" spc="-1" strike="noStrike">
              <a:solidFill>
                <a:schemeClr val="dk1"/>
              </a:solidFill>
              <a:latin typeface="Times New Roman"/>
              <a:ea typeface="Times New Roman"/>
            </a:endParaRPr>
          </a:p>
        </p:txBody>
      </p:sp>
      <p:sp>
        <p:nvSpPr>
          <p:cNvPr id="242" name="PlaceHolder 3"/>
          <p:cNvSpPr>
            <a:spLocks noGrp="1"/>
          </p:cNvSpPr>
          <p:nvPr>
            <p:ph type="sldNum" idx="7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5D4B439E-5C19-4C8A-B6B2-AED32237D989}"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Img"/>
          </p:nvPr>
        </p:nvSpPr>
        <p:spPr>
          <a:xfrm>
            <a:off x="1371600" y="1143000"/>
            <a:ext cx="4114440" cy="3085920"/>
          </a:xfrm>
          <a:prstGeom prst="rect">
            <a:avLst/>
          </a:prstGeom>
          <a:ln w="0">
            <a:noFill/>
          </a:ln>
        </p:spPr>
      </p:sp>
      <p:sp>
        <p:nvSpPr>
          <p:cNvPr id="2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200" spc="-1" strike="noStrike">
              <a:solidFill>
                <a:schemeClr val="dk1"/>
              </a:solidFill>
              <a:latin typeface="Times New Roman"/>
              <a:ea typeface="Times New Roman"/>
            </a:endParaRPr>
          </a:p>
        </p:txBody>
      </p:sp>
      <p:sp>
        <p:nvSpPr>
          <p:cNvPr id="245" name="PlaceHolder 3"/>
          <p:cNvSpPr>
            <a:spLocks noGrp="1"/>
          </p:cNvSpPr>
          <p:nvPr>
            <p:ph type="sldNum" idx="7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16DFE636-6B11-442A-9261-80630B34AD6C}"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Img"/>
          </p:nvPr>
        </p:nvSpPr>
        <p:spPr>
          <a:xfrm>
            <a:off x="1371600" y="1143000"/>
            <a:ext cx="4114440" cy="3085920"/>
          </a:xfrm>
          <a:prstGeom prst="rect">
            <a:avLst/>
          </a:prstGeom>
          <a:ln w="0">
            <a:noFill/>
          </a:ln>
        </p:spPr>
      </p:sp>
      <p:sp>
        <p:nvSpPr>
          <p:cNvPr id="2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200" spc="-1" strike="noStrike">
              <a:solidFill>
                <a:schemeClr val="dk1"/>
              </a:solidFill>
              <a:latin typeface="Times New Roman"/>
              <a:ea typeface="Times New Roman"/>
            </a:endParaRPr>
          </a:p>
        </p:txBody>
      </p:sp>
      <p:sp>
        <p:nvSpPr>
          <p:cNvPr id="248" name="PlaceHolder 3"/>
          <p:cNvSpPr>
            <a:spLocks noGrp="1"/>
          </p:cNvSpPr>
          <p:nvPr>
            <p:ph type="sldNum" idx="7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5DF367C1-190E-48D7-A712-59CB5151F614}"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Img"/>
          </p:nvPr>
        </p:nvSpPr>
        <p:spPr>
          <a:xfrm>
            <a:off x="1371600" y="1143000"/>
            <a:ext cx="4114440" cy="3085920"/>
          </a:xfrm>
          <a:prstGeom prst="rect">
            <a:avLst/>
          </a:prstGeom>
          <a:ln w="0">
            <a:noFill/>
          </a:ln>
        </p:spPr>
      </p:sp>
      <p:sp>
        <p:nvSpPr>
          <p:cNvPr id="2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200" spc="-1" strike="noStrike">
              <a:solidFill>
                <a:schemeClr val="dk1"/>
              </a:solidFill>
              <a:latin typeface="Times New Roman"/>
              <a:ea typeface="Times New Roman"/>
            </a:endParaRPr>
          </a:p>
        </p:txBody>
      </p:sp>
      <p:sp>
        <p:nvSpPr>
          <p:cNvPr id="251" name="PlaceHolder 3"/>
          <p:cNvSpPr>
            <a:spLocks noGrp="1"/>
          </p:cNvSpPr>
          <p:nvPr>
            <p:ph type="sldNum" idx="7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D5CB1A93-9552-4463-BF28-BD65930B50F8}"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sldImg"/>
          </p:nvPr>
        </p:nvSpPr>
        <p:spPr>
          <a:xfrm>
            <a:off x="1371600" y="1143000"/>
            <a:ext cx="4114440" cy="3085920"/>
          </a:xfrm>
          <a:prstGeom prst="rect">
            <a:avLst/>
          </a:prstGeom>
          <a:ln w="0">
            <a:noFill/>
          </a:ln>
        </p:spPr>
      </p:sp>
      <p:sp>
        <p:nvSpPr>
          <p:cNvPr id="25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200" spc="-1" strike="noStrike">
              <a:solidFill>
                <a:schemeClr val="dk1"/>
              </a:solidFill>
              <a:latin typeface="Times New Roman"/>
              <a:ea typeface="Times New Roman"/>
            </a:endParaRPr>
          </a:p>
        </p:txBody>
      </p:sp>
      <p:sp>
        <p:nvSpPr>
          <p:cNvPr id="254" name="PlaceHolder 3"/>
          <p:cNvSpPr>
            <a:spLocks noGrp="1"/>
          </p:cNvSpPr>
          <p:nvPr>
            <p:ph type="sldNum" idx="7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17FE77FD-E724-4218-81C8-1C06962BCA1D}"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1371600" y="1143000"/>
            <a:ext cx="4114440" cy="3085920"/>
          </a:xfrm>
          <a:prstGeom prst="rect">
            <a:avLst/>
          </a:prstGeom>
          <a:ln w="0">
            <a:noFill/>
          </a:ln>
        </p:spPr>
      </p:sp>
      <p:sp>
        <p:nvSpPr>
          <p:cNvPr id="25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200" spc="-1" strike="noStrike">
              <a:solidFill>
                <a:schemeClr val="dk1"/>
              </a:solidFill>
              <a:latin typeface="Times New Roman"/>
              <a:ea typeface="Times New Roman"/>
            </a:endParaRPr>
          </a:p>
        </p:txBody>
      </p:sp>
      <p:sp>
        <p:nvSpPr>
          <p:cNvPr id="257" name="PlaceHolder 3"/>
          <p:cNvSpPr>
            <a:spLocks noGrp="1"/>
          </p:cNvSpPr>
          <p:nvPr>
            <p:ph type="sldNum" idx="7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52BCFDC8-BCE0-41E6-B2E4-F4E20CF7FA54}"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sldImg"/>
          </p:nvPr>
        </p:nvSpPr>
        <p:spPr>
          <a:xfrm>
            <a:off x="1371600" y="1143000"/>
            <a:ext cx="4114440" cy="3085920"/>
          </a:xfrm>
          <a:prstGeom prst="rect">
            <a:avLst/>
          </a:prstGeom>
          <a:ln w="0">
            <a:noFill/>
          </a:ln>
        </p:spPr>
      </p:sp>
      <p:sp>
        <p:nvSpPr>
          <p:cNvPr id="25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200" spc="-1" strike="noStrike">
              <a:solidFill>
                <a:schemeClr val="dk1"/>
              </a:solidFill>
              <a:latin typeface="Times New Roman"/>
              <a:ea typeface="Times New Roman"/>
            </a:endParaRPr>
          </a:p>
        </p:txBody>
      </p:sp>
      <p:sp>
        <p:nvSpPr>
          <p:cNvPr id="260" name="PlaceHolder 3"/>
          <p:cNvSpPr>
            <a:spLocks noGrp="1"/>
          </p:cNvSpPr>
          <p:nvPr>
            <p:ph type="sldNum" idx="7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F1F8FAB0-74FD-40F8-AE29-47F5AB2BDFA2}"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1371600" y="1143000"/>
            <a:ext cx="4114440" cy="3085920"/>
          </a:xfrm>
          <a:prstGeom prst="rect">
            <a:avLst/>
          </a:prstGeom>
          <a:ln w="0">
            <a:noFill/>
          </a:ln>
        </p:spPr>
      </p:sp>
      <p:sp>
        <p:nvSpPr>
          <p:cNvPr id="26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200" spc="-1" strike="noStrike">
              <a:solidFill>
                <a:schemeClr val="dk1"/>
              </a:solidFill>
              <a:latin typeface="Times New Roman"/>
              <a:ea typeface="Times New Roman"/>
            </a:endParaRPr>
          </a:p>
        </p:txBody>
      </p:sp>
      <p:sp>
        <p:nvSpPr>
          <p:cNvPr id="263" name="PlaceHolder 3"/>
          <p:cNvSpPr>
            <a:spLocks noGrp="1"/>
          </p:cNvSpPr>
          <p:nvPr>
            <p:ph type="sldNum" idx="7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DA85D166-063B-4624-BD6F-13DC103E4175}"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1371600" y="1143000"/>
            <a:ext cx="4114440" cy="3085920"/>
          </a:xfrm>
          <a:prstGeom prst="rect">
            <a:avLst/>
          </a:prstGeom>
          <a:ln w="0">
            <a:noFill/>
          </a:ln>
        </p:spPr>
      </p:sp>
      <p:sp>
        <p:nvSpPr>
          <p:cNvPr id="26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200" spc="-1" strike="noStrike">
              <a:solidFill>
                <a:schemeClr val="dk1"/>
              </a:solidFill>
              <a:latin typeface="Times New Roman"/>
              <a:ea typeface="Times New Roman"/>
            </a:endParaRPr>
          </a:p>
        </p:txBody>
      </p:sp>
      <p:sp>
        <p:nvSpPr>
          <p:cNvPr id="266" name="PlaceHolder 3"/>
          <p:cNvSpPr>
            <a:spLocks noGrp="1"/>
          </p:cNvSpPr>
          <p:nvPr>
            <p:ph type="sldNum" idx="8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579124E7-39F9-4006-81F6-3A0F2824D258}"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1371600" y="1143000"/>
            <a:ext cx="4114440" cy="3085920"/>
          </a:xfrm>
          <a:prstGeom prst="rect">
            <a:avLst/>
          </a:prstGeom>
          <a:ln w="0">
            <a:noFill/>
          </a:ln>
        </p:spPr>
      </p:sp>
      <p:sp>
        <p:nvSpPr>
          <p:cNvPr id="26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200" spc="-1" strike="noStrike">
              <a:solidFill>
                <a:schemeClr val="dk1"/>
              </a:solidFill>
              <a:latin typeface="Times New Roman"/>
              <a:ea typeface="Times New Roman"/>
            </a:endParaRPr>
          </a:p>
        </p:txBody>
      </p:sp>
      <p:sp>
        <p:nvSpPr>
          <p:cNvPr id="269" name="PlaceHolder 3"/>
          <p:cNvSpPr>
            <a:spLocks noGrp="1"/>
          </p:cNvSpPr>
          <p:nvPr>
            <p:ph type="sldNum" idx="8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170186BE-DF5B-4220-A8BF-6F1C42F51D13}"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Img"/>
          </p:nvPr>
        </p:nvSpPr>
        <p:spPr>
          <a:xfrm>
            <a:off x="1371600" y="1143000"/>
            <a:ext cx="4114440" cy="3085920"/>
          </a:xfrm>
          <a:prstGeom prst="rect">
            <a:avLst/>
          </a:prstGeom>
          <a:ln w="0">
            <a:noFill/>
          </a:ln>
        </p:spPr>
      </p:sp>
      <p:sp>
        <p:nvSpPr>
          <p:cNvPr id="27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200" spc="-1" strike="noStrike">
              <a:solidFill>
                <a:schemeClr val="dk1"/>
              </a:solidFill>
              <a:latin typeface="Times New Roman"/>
              <a:ea typeface="Times New Roman"/>
            </a:endParaRPr>
          </a:p>
        </p:txBody>
      </p:sp>
      <p:sp>
        <p:nvSpPr>
          <p:cNvPr id="272" name="PlaceHolder 3"/>
          <p:cNvSpPr>
            <a:spLocks noGrp="1"/>
          </p:cNvSpPr>
          <p:nvPr>
            <p:ph type="sldNum" idx="8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803240CF-FCF6-4CAF-8D13-190991BF0B20}"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1371600" y="1143000"/>
            <a:ext cx="4114440" cy="3085920"/>
          </a:xfrm>
          <a:prstGeom prst="rect">
            <a:avLst/>
          </a:prstGeom>
          <a:ln w="0">
            <a:noFill/>
          </a:ln>
        </p:spPr>
      </p:sp>
      <p:sp>
        <p:nvSpPr>
          <p:cNvPr id="27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200" spc="-1" strike="noStrike">
              <a:solidFill>
                <a:schemeClr val="dk1"/>
              </a:solidFill>
              <a:latin typeface="Times New Roman"/>
              <a:ea typeface="Times New Roman"/>
            </a:endParaRPr>
          </a:p>
        </p:txBody>
      </p:sp>
      <p:sp>
        <p:nvSpPr>
          <p:cNvPr id="275" name="PlaceHolder 3"/>
          <p:cNvSpPr>
            <a:spLocks noGrp="1"/>
          </p:cNvSpPr>
          <p:nvPr>
            <p:ph type="sldNum" idx="8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7F2458CD-CAB5-4720-B343-F7C75B2F16BC}"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5"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 name="PlaceHolder 2"/>
          <p:cNvSpPr>
            <a:spLocks noGrp="1"/>
          </p:cNvSpPr>
          <p:nvPr>
            <p:ph/>
          </p:nvPr>
        </p:nvSpPr>
        <p:spPr>
          <a:xfrm>
            <a:off x="457200" y="1219320"/>
            <a:ext cx="8229240" cy="493740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76F13FE-B916-4A55-9FC8-21C4B40AAED3}"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BC0A052-5918-404F-8B3F-E8E7EB03995B}"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le and Conten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FFA618D2-BE2B-46D1-A8C3-5AF4BC6BBA42}"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Title and Content">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E9CB36F2-D4C0-4F87-8F0B-0CCC2D5A6236}"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Only">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B648B231-AB39-4EEE-B33E-F148491C09FF}"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_Title and Content">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5DB17336-0637-4BD5-A569-CE06F1FBA2F0}"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5_Title and Conten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CB30FB47-91D6-449E-A2D8-6CCBEA0621AA}"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6_Title and Conten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7A297734-9683-485D-BEF6-E7A73D7B9434}"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7_Title and Content">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B2C50D58-7D14-4730-B157-322EB8CC1D62}"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le Only">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ADCF899F-6788-4A77-A8D6-1270E182AEF5}"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Title Only">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1A2E510E-FD95-4522-B85E-5B9C67AD30CA}" type="slidenum">
              <a:t>&lt;#&gt;</a:t>
            </a:fld>
          </a:p>
        </p:txBody>
      </p:sp>
      <p:sp>
        <p:nvSpPr>
          <p:cNvPr id="4" name="PlaceHolder 3"/>
          <p:cNvSpPr>
            <a:spLocks noGrp="1"/>
          </p:cNvSpPr>
          <p:nvPr>
            <p:ph type="dt" idx="3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p>
            <a:r>
              <a:t>Footer</a:t>
            </a:r>
          </a:p>
        </p:txBody>
      </p:sp>
      <p:sp>
        <p:nvSpPr>
          <p:cNvPr id="3" name="PlaceHolder 2"/>
          <p:cNvSpPr>
            <a:spLocks noGrp="1"/>
          </p:cNvSpPr>
          <p:nvPr>
            <p:ph type="sldNum" idx="36"/>
          </p:nvPr>
        </p:nvSpPr>
        <p:spPr/>
        <p:txBody>
          <a:bodyPr/>
          <a:p>
            <a:fld id="{F128C5F7-7CE7-4DD0-A3A6-6E2FA047769F}" type="slidenum">
              <a:t>&lt;#&gt;</a:t>
            </a:fld>
          </a:p>
        </p:txBody>
      </p:sp>
      <p:sp>
        <p:nvSpPr>
          <p:cNvPr id="4" name="PlaceHolder 3"/>
          <p:cNvSpPr>
            <a:spLocks noGrp="1"/>
          </p:cNvSpPr>
          <p:nvPr>
            <p:ph type="dt" idx="34"/>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_Title Only">
    <p:spTree>
      <p:nvGrpSpPr>
        <p:cNvPr id="1" name=""/>
        <p:cNvGrpSpPr/>
        <p:nvPr/>
      </p:nvGrpSpPr>
      <p:grpSpPr>
        <a:xfrm>
          <a:off x="0" y="0"/>
          <a:ext cx="0" cy="0"/>
          <a:chOff x="0" y="0"/>
          <a:chExt cx="0" cy="0"/>
        </a:xfrm>
      </p:grpSpPr>
      <p:sp>
        <p:nvSpPr>
          <p:cNvPr id="2" name="PlaceHolder 1"/>
          <p:cNvSpPr>
            <a:spLocks noGrp="1"/>
          </p:cNvSpPr>
          <p:nvPr>
            <p:ph type="ftr" idx="38"/>
          </p:nvPr>
        </p:nvSpPr>
        <p:spPr/>
        <p:txBody>
          <a:bodyPr/>
          <a:p>
            <a:r>
              <a:t>Footer</a:t>
            </a:r>
          </a:p>
        </p:txBody>
      </p:sp>
      <p:sp>
        <p:nvSpPr>
          <p:cNvPr id="3" name="PlaceHolder 2"/>
          <p:cNvSpPr>
            <a:spLocks noGrp="1"/>
          </p:cNvSpPr>
          <p:nvPr>
            <p:ph type="sldNum" idx="39"/>
          </p:nvPr>
        </p:nvSpPr>
        <p:spPr/>
        <p:txBody>
          <a:bodyPr/>
          <a:p>
            <a:fld id="{8E292490-5D0E-4A68-BFC8-E059A6179700}" type="slidenum">
              <a:t>&lt;#&gt;</a:t>
            </a:fld>
          </a:p>
        </p:txBody>
      </p:sp>
      <p:sp>
        <p:nvSpPr>
          <p:cNvPr id="4" name="PlaceHolder 3"/>
          <p:cNvSpPr>
            <a:spLocks noGrp="1"/>
          </p:cNvSpPr>
          <p:nvPr>
            <p:ph type="dt" idx="37"/>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OBJECT_AND_TEXT">
    <p:spTree>
      <p:nvGrpSpPr>
        <p:cNvPr id="1" name=""/>
        <p:cNvGrpSpPr/>
        <p:nvPr/>
      </p:nvGrpSpPr>
      <p:grpSpPr>
        <a:xfrm>
          <a:off x="0" y="0"/>
          <a:ext cx="0" cy="0"/>
          <a:chOff x="0" y="0"/>
          <a:chExt cx="0" cy="0"/>
        </a:xfrm>
      </p:grpSpPr>
      <p:sp>
        <p:nvSpPr>
          <p:cNvPr id="93"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4" name="PlaceHolder 2"/>
          <p:cNvSpPr>
            <a:spLocks noGrp="1"/>
          </p:cNvSpPr>
          <p:nvPr>
            <p:ph/>
          </p:nvPr>
        </p:nvSpPr>
        <p:spPr>
          <a:xfrm>
            <a:off x="457200" y="1219320"/>
            <a:ext cx="8229240" cy="493740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5" name="PlaceHolder 3"/>
          <p:cNvSpPr>
            <a:spLocks noGrp="1"/>
          </p:cNvSpPr>
          <p:nvPr>
            <p:ph/>
          </p:nvPr>
        </p:nvSpPr>
        <p:spPr>
          <a:xfrm>
            <a:off x="457200" y="1219320"/>
            <a:ext cx="8229240" cy="493740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ftr" idx="40"/>
          </p:nvPr>
        </p:nvSpPr>
        <p:spPr/>
        <p:txBody>
          <a:bodyPr/>
          <a:p>
            <a:r>
              <a:t>Footer</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OBJECT_ONLY">
    <p:spTree>
      <p:nvGrpSpPr>
        <p:cNvPr id="1" name=""/>
        <p:cNvGrpSpPr/>
        <p:nvPr/>
      </p:nvGrpSpPr>
      <p:grpSpPr>
        <a:xfrm>
          <a:off x="0" y="0"/>
          <a:ext cx="0" cy="0"/>
          <a:chOff x="0" y="0"/>
          <a:chExt cx="0" cy="0"/>
        </a:xfrm>
      </p:grpSpPr>
      <p:sp>
        <p:nvSpPr>
          <p:cNvPr id="2" name="PlaceHolder 1"/>
          <p:cNvSpPr>
            <a:spLocks noGrp="1"/>
          </p:cNvSpPr>
          <p:nvPr>
            <p:ph type="ftr" idx="42"/>
          </p:nvPr>
        </p:nvSpPr>
        <p:spPr/>
        <p:txBody>
          <a:bodyPr/>
          <a:p>
            <a:r>
              <a:t>Footer</a:t>
            </a:r>
          </a:p>
        </p:txBody>
      </p:sp>
      <p:sp>
        <p:nvSpPr>
          <p:cNvPr id="3" name="PlaceHolder 2"/>
          <p:cNvSpPr>
            <a:spLocks noGrp="1"/>
          </p:cNvSpPr>
          <p:nvPr>
            <p:ph type="sldNum" idx="43"/>
          </p:nvPr>
        </p:nvSpPr>
        <p:spPr/>
        <p:txBody>
          <a:bodyPr/>
          <a:p>
            <a:fld id="{61A48015-9C2C-42BA-A3A6-E5CCF0B59585}" type="slidenum">
              <a:t>&lt;#&gt;</a:t>
            </a:fld>
          </a:p>
        </p:txBody>
      </p:sp>
      <p:sp>
        <p:nvSpPr>
          <p:cNvPr id="4" name="PlaceHolder 3"/>
          <p:cNvSpPr>
            <a:spLocks noGrp="1"/>
          </p:cNvSpPr>
          <p:nvPr>
            <p:ph type="dt" idx="41"/>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chartAndTx" preserve="1">
  <p:cSld name="CHART_AND_TEXT">
    <p:spTree>
      <p:nvGrpSpPr>
        <p:cNvPr id="1" name=""/>
        <p:cNvGrpSpPr/>
        <p:nvPr/>
      </p:nvGrpSpPr>
      <p:grpSpPr>
        <a:xfrm>
          <a:off x="0" y="0"/>
          <a:ext cx="0" cy="0"/>
          <a:chOff x="0" y="0"/>
          <a:chExt cx="0" cy="0"/>
        </a:xfrm>
      </p:grpSpPr>
      <p:sp>
        <p:nvSpPr>
          <p:cNvPr id="104"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5" name="PlaceHolder 2"/>
          <p:cNvSpPr>
            <a:spLocks noGrp="1"/>
          </p:cNvSpPr>
          <p:nvPr>
            <p:ph/>
          </p:nvPr>
        </p:nvSpPr>
        <p:spPr>
          <a:xfrm>
            <a:off x="457200" y="1219320"/>
            <a:ext cx="8229240" cy="493740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6" name="PlaceHolder 3"/>
          <p:cNvSpPr>
            <a:spLocks noGrp="1"/>
          </p:cNvSpPr>
          <p:nvPr>
            <p:ph/>
          </p:nvPr>
        </p:nvSpPr>
        <p:spPr>
          <a:xfrm>
            <a:off x="457200" y="1219320"/>
            <a:ext cx="8229240" cy="493740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ftr" idx="44"/>
          </p:nvPr>
        </p:nvSpPr>
        <p:spPr/>
        <p:txBody>
          <a:bodyPr/>
          <a:p>
            <a:r>
              <a:t>Footer</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111"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ftr" idx="46"/>
          </p:nvPr>
        </p:nvSpPr>
        <p:spPr/>
        <p:txBody>
          <a:bodyPr/>
          <a:p>
            <a:r>
              <a:t>Footer</a:t>
            </a:r>
          </a:p>
        </p:txBody>
      </p:sp>
      <p:sp>
        <p:nvSpPr>
          <p:cNvPr id="4" name="PlaceHolder 3"/>
          <p:cNvSpPr>
            <a:spLocks noGrp="1"/>
          </p:cNvSpPr>
          <p:nvPr>
            <p:ph type="sldNum" idx="47"/>
          </p:nvPr>
        </p:nvSpPr>
        <p:spPr/>
        <p:txBody>
          <a:bodyPr/>
          <a:p>
            <a:fld id="{E4E703FF-BFA9-4D16-9638-5C65D60C666F}" type="slidenum">
              <a:t>&lt;#&gt;</a:t>
            </a:fld>
          </a:p>
        </p:txBody>
      </p:sp>
      <p:sp>
        <p:nvSpPr>
          <p:cNvPr id="5" name="PlaceHolder 4"/>
          <p:cNvSpPr>
            <a:spLocks noGrp="1"/>
          </p:cNvSpPr>
          <p:nvPr>
            <p:ph type="dt" idx="45"/>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7AEC2FE4-23CD-44E5-8E18-67B8CAFE68DD}" type="slidenum">
              <a:t>&lt;#&gt;</a:t>
            </a:fld>
          </a:p>
        </p:txBody>
      </p:sp>
      <p:sp>
        <p:nvSpPr>
          <p:cNvPr id="4" name="PlaceHolder 3"/>
          <p:cNvSpPr>
            <a:spLocks noGrp="1"/>
          </p:cNvSpPr>
          <p:nvPr>
            <p:ph type="dt" idx="48"/>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52"/>
          </p:nvPr>
        </p:nvSpPr>
        <p:spPr/>
        <p:txBody>
          <a:bodyPr/>
          <a:p>
            <a:r>
              <a:t>Footer</a:t>
            </a:r>
          </a:p>
        </p:txBody>
      </p:sp>
      <p:sp>
        <p:nvSpPr>
          <p:cNvPr id="3" name="PlaceHolder 2"/>
          <p:cNvSpPr>
            <a:spLocks noGrp="1"/>
          </p:cNvSpPr>
          <p:nvPr>
            <p:ph type="sldNum" idx="53"/>
          </p:nvPr>
        </p:nvSpPr>
        <p:spPr/>
        <p:txBody>
          <a:bodyPr/>
          <a:p>
            <a:fld id="{04922E4E-A282-4956-8217-C82244DCEF72}" type="slidenum">
              <a:t>&lt;#&gt;</a:t>
            </a:fld>
          </a:p>
        </p:txBody>
      </p:sp>
      <p:sp>
        <p:nvSpPr>
          <p:cNvPr id="4" name="PlaceHolder 3"/>
          <p:cNvSpPr>
            <a:spLocks noGrp="1"/>
          </p:cNvSpPr>
          <p:nvPr>
            <p:ph type="dt" idx="51"/>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55"/>
          </p:nvPr>
        </p:nvSpPr>
        <p:spPr/>
        <p:txBody>
          <a:bodyPr/>
          <a:p>
            <a:r>
              <a:t>Footer</a:t>
            </a:r>
          </a:p>
        </p:txBody>
      </p:sp>
      <p:sp>
        <p:nvSpPr>
          <p:cNvPr id="3" name="PlaceHolder 2"/>
          <p:cNvSpPr>
            <a:spLocks noGrp="1"/>
          </p:cNvSpPr>
          <p:nvPr>
            <p:ph type="sldNum" idx="56"/>
          </p:nvPr>
        </p:nvSpPr>
        <p:spPr/>
        <p:txBody>
          <a:bodyPr/>
          <a:p>
            <a:fld id="{C779E3F5-F84F-41E8-B2B6-3438FAE9CD04}" type="slidenum">
              <a:t>&lt;#&gt;</a:t>
            </a:fld>
          </a:p>
        </p:txBody>
      </p:sp>
      <p:sp>
        <p:nvSpPr>
          <p:cNvPr id="4" name="PlaceHolder 3"/>
          <p:cNvSpPr>
            <a:spLocks noGrp="1"/>
          </p:cNvSpPr>
          <p:nvPr>
            <p:ph type="dt" idx="5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Blank">
    <p:spTree>
      <p:nvGrpSpPr>
        <p:cNvPr id="1" name=""/>
        <p:cNvGrpSpPr/>
        <p:nvPr/>
      </p:nvGrpSpPr>
      <p:grpSpPr>
        <a:xfrm>
          <a:off x="0" y="0"/>
          <a:ext cx="0" cy="0"/>
          <a:chOff x="0" y="0"/>
          <a:chExt cx="0" cy="0"/>
        </a:xfrm>
      </p:grpSpPr>
      <p:sp>
        <p:nvSpPr>
          <p:cNvPr id="2" name="PlaceHolder 1"/>
          <p:cNvSpPr>
            <a:spLocks noGrp="1"/>
          </p:cNvSpPr>
          <p:nvPr>
            <p:ph type="ftr" idx="58"/>
          </p:nvPr>
        </p:nvSpPr>
        <p:spPr/>
        <p:txBody>
          <a:bodyPr/>
          <a:p>
            <a:r>
              <a:t>Footer</a:t>
            </a:r>
          </a:p>
        </p:txBody>
      </p:sp>
      <p:sp>
        <p:nvSpPr>
          <p:cNvPr id="3" name="PlaceHolder 2"/>
          <p:cNvSpPr>
            <a:spLocks noGrp="1"/>
          </p:cNvSpPr>
          <p:nvPr>
            <p:ph type="sldNum" idx="59"/>
          </p:nvPr>
        </p:nvSpPr>
        <p:spPr/>
        <p:txBody>
          <a:bodyPr/>
          <a:p>
            <a:fld id="{C3283DCB-C1D8-4F8D-808A-373F1FBC881D}" type="slidenum">
              <a:t>&lt;#&gt;</a:t>
            </a:fld>
          </a:p>
        </p:txBody>
      </p:sp>
      <p:sp>
        <p:nvSpPr>
          <p:cNvPr id="4" name="PlaceHolder 3"/>
          <p:cNvSpPr>
            <a:spLocks noGrp="1"/>
          </p:cNvSpPr>
          <p:nvPr>
            <p:ph type="dt" idx="57"/>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61"/>
          </p:nvPr>
        </p:nvSpPr>
        <p:spPr/>
        <p:txBody>
          <a:bodyPr/>
          <a:p>
            <a:r>
              <a:t>Footer</a:t>
            </a:r>
          </a:p>
        </p:txBody>
      </p:sp>
      <p:sp>
        <p:nvSpPr>
          <p:cNvPr id="3" name="PlaceHolder 2"/>
          <p:cNvSpPr>
            <a:spLocks noGrp="1"/>
          </p:cNvSpPr>
          <p:nvPr>
            <p:ph type="sldNum" idx="62"/>
          </p:nvPr>
        </p:nvSpPr>
        <p:spPr/>
        <p:txBody>
          <a:bodyPr/>
          <a:p>
            <a:fld id="{F832FE81-9E0C-4471-A61D-07EF4D59C755}" type="slidenum">
              <a:t>&lt;#&gt;</a:t>
            </a:fld>
          </a:p>
        </p:txBody>
      </p:sp>
      <p:sp>
        <p:nvSpPr>
          <p:cNvPr id="4" name="PlaceHolder 3"/>
          <p:cNvSpPr>
            <a:spLocks noGrp="1"/>
          </p:cNvSpPr>
          <p:nvPr>
            <p:ph type="dt" idx="60"/>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p>
            <a:r>
              <a:t>Footer</a:t>
            </a:r>
          </a:p>
        </p:txBody>
      </p:sp>
      <p:sp>
        <p:nvSpPr>
          <p:cNvPr id="3" name="PlaceHolder 2"/>
          <p:cNvSpPr>
            <a:spLocks noGrp="1"/>
          </p:cNvSpPr>
          <p:nvPr>
            <p:ph type="sldNum" idx="65"/>
          </p:nvPr>
        </p:nvSpPr>
        <p:spPr/>
        <p:txBody>
          <a:bodyPr/>
          <a:p>
            <a:fld id="{D94D8D06-7EEA-4E9C-BCC0-21885638D018}" type="slidenum">
              <a:t>&lt;#&gt;</a:t>
            </a:fld>
          </a:p>
        </p:txBody>
      </p:sp>
      <p:sp>
        <p:nvSpPr>
          <p:cNvPr id="4" name="PlaceHolder 3"/>
          <p:cNvSpPr>
            <a:spLocks noGrp="1"/>
          </p:cNvSpPr>
          <p:nvPr>
            <p:ph type="dt" idx="63"/>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67"/>
          </p:nvPr>
        </p:nvSpPr>
        <p:spPr/>
        <p:txBody>
          <a:bodyPr/>
          <a:p>
            <a:r>
              <a:t>Footer</a:t>
            </a:r>
          </a:p>
        </p:txBody>
      </p:sp>
      <p:sp>
        <p:nvSpPr>
          <p:cNvPr id="3" name="PlaceHolder 2"/>
          <p:cNvSpPr>
            <a:spLocks noGrp="1"/>
          </p:cNvSpPr>
          <p:nvPr>
            <p:ph type="sldNum" idx="68"/>
          </p:nvPr>
        </p:nvSpPr>
        <p:spPr/>
        <p:txBody>
          <a:bodyPr/>
          <a:p>
            <a:fld id="{B181F7EF-A497-4AC4-8506-6A3D26894405}" type="slidenum">
              <a:t>&lt;#&gt;</a:t>
            </a:fld>
          </a:p>
        </p:txBody>
      </p:sp>
      <p:sp>
        <p:nvSpPr>
          <p:cNvPr id="4" name="PlaceHolder 3"/>
          <p:cNvSpPr>
            <a:spLocks noGrp="1"/>
          </p:cNvSpPr>
          <p:nvPr>
            <p:ph type="dt" idx="6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png"/><Relationship Id="rId3"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2.png"/><Relationship Id="rId3" Type="http://schemas.openxmlformats.org/officeDocument/2006/relationships/hyperlink" Target="mailto:phalachandra@pes.edu" TargetMode="External"/><Relationship Id="rId4"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1.png"/><Relationship Id="rId3"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457200" y="1219320"/>
            <a:ext cx="8229240" cy="493740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2" name="PlaceHolder 3"/>
          <p:cNvSpPr>
            <a:spLocks noGrp="1"/>
          </p:cNvSpPr>
          <p:nvPr>
            <p:ph type="dt" idx="1"/>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ftr" idx="2"/>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9741B14D-E9F3-46D5-B8F1-A90D9BFA7B75}"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rot="5400000">
            <a:off x="4623840" y="2284920"/>
            <a:ext cx="5811480" cy="19713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8" name="PlaceHolder 2"/>
          <p:cNvSpPr>
            <a:spLocks noGrp="1"/>
          </p:cNvSpPr>
          <p:nvPr>
            <p:ph type="body"/>
          </p:nvPr>
        </p:nvSpPr>
        <p:spPr>
          <a:xfrm rot="5400000">
            <a:off x="623160" y="370440"/>
            <a:ext cx="5811480" cy="580032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9" name="PlaceHolder 3"/>
          <p:cNvSpPr>
            <a:spLocks noGrp="1"/>
          </p:cNvSpPr>
          <p:nvPr>
            <p:ph type="dt" idx="4"/>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0" name="PlaceHolder 4"/>
          <p:cNvSpPr>
            <a:spLocks noGrp="1"/>
          </p:cNvSpPr>
          <p:nvPr>
            <p:ph type="ftr" idx="5"/>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5"/>
          <p:cNvSpPr>
            <a:spLocks noGrp="1"/>
          </p:cNvSpPr>
          <p:nvPr>
            <p:ph type="sldNum" idx="6"/>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519E27BA-D9AB-442E-9D17-BE98C1F972FB}"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body"/>
          </p:nvPr>
        </p:nvSpPr>
        <p:spPr>
          <a:xfrm>
            <a:off x="628560" y="1825560"/>
            <a:ext cx="7886520" cy="43509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13" name="PlaceHolder 2"/>
          <p:cNvSpPr>
            <a:spLocks noGrp="1"/>
          </p:cNvSpPr>
          <p:nvPr>
            <p:ph type="dt" idx="7"/>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4" name="PlaceHolder 3"/>
          <p:cNvSpPr>
            <a:spLocks noGrp="1"/>
          </p:cNvSpPr>
          <p:nvPr>
            <p:ph type="ftr" idx="8"/>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9"/>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8493383E-CF4D-4341-A160-0899A6062FC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16" name="Google Shape;93;p51" descr=""/>
          <p:cNvPicPr/>
          <p:nvPr/>
        </p:nvPicPr>
        <p:blipFill>
          <a:blip r:embed="rId2"/>
          <a:stretch/>
        </p:blipFill>
        <p:spPr>
          <a:xfrm>
            <a:off x="8313480" y="136440"/>
            <a:ext cx="699120" cy="1401840"/>
          </a:xfrm>
          <a:prstGeom prst="rect">
            <a:avLst/>
          </a:prstGeom>
          <a:ln w="0">
            <a:noFill/>
          </a:ln>
        </p:spPr>
      </p:pic>
      <p:sp>
        <p:nvSpPr>
          <p:cNvPr id="17" name="Google Shape;94;p51"/>
          <p:cNvSpPr/>
          <p:nvPr/>
        </p:nvSpPr>
        <p:spPr>
          <a:xfrm>
            <a:off x="73440" y="0"/>
            <a:ext cx="6766920" cy="1188360"/>
          </a:xfrm>
          <a:prstGeom prst="rect">
            <a:avLst/>
          </a:prstGeom>
          <a:noFill/>
          <a:ln w="0">
            <a:noFill/>
          </a:ln>
        </p:spPr>
        <p:style>
          <a:lnRef idx="0"/>
          <a:fillRef idx="0"/>
          <a:effectRef idx="0"/>
          <a:fontRef idx="minor"/>
        </p:style>
        <p:txBody>
          <a:bodyPr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18" name="Google Shape;95;p51"/>
          <p:cNvCxnSpPr/>
          <p:nvPr/>
        </p:nvCxnSpPr>
        <p:spPr>
          <a:xfrm>
            <a:off x="13680" y="1107360"/>
            <a:ext cx="4363560" cy="360"/>
          </a:xfrm>
          <a:prstGeom prst="straightConnector1">
            <a:avLst/>
          </a:prstGeom>
          <a:ln w="38100">
            <a:solidFill>
              <a:srgbClr val="dfa267"/>
            </a:solidFill>
            <a:round/>
          </a:ln>
        </p:spPr>
      </p:cxn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9" name="PlaceHolder 1"/>
          <p:cNvSpPr>
            <a:spLocks noGrp="1"/>
          </p:cNvSpPr>
          <p:nvPr>
            <p:ph type="body"/>
          </p:nvPr>
        </p:nvSpPr>
        <p:spPr>
          <a:xfrm>
            <a:off x="628560" y="1825560"/>
            <a:ext cx="7886520" cy="43509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20" name="PlaceHolder 2"/>
          <p:cNvSpPr>
            <a:spLocks noGrp="1"/>
          </p:cNvSpPr>
          <p:nvPr>
            <p:ph type="dt" idx="10"/>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1" name="PlaceHolder 3"/>
          <p:cNvSpPr>
            <a:spLocks noGrp="1"/>
          </p:cNvSpPr>
          <p:nvPr>
            <p:ph type="ftr" idx="11"/>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2" name="PlaceHolder 4"/>
          <p:cNvSpPr>
            <a:spLocks noGrp="1"/>
          </p:cNvSpPr>
          <p:nvPr>
            <p:ph type="sldNum" idx="12"/>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23F8EBBD-4716-4C8E-A128-0E98AEF0836E}"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23" name="Google Shape;101;p52" descr=""/>
          <p:cNvPicPr/>
          <p:nvPr/>
        </p:nvPicPr>
        <p:blipFill>
          <a:blip r:embed="rId2"/>
          <a:stretch/>
        </p:blipFill>
        <p:spPr>
          <a:xfrm>
            <a:off x="8313480" y="136440"/>
            <a:ext cx="699120" cy="1401840"/>
          </a:xfrm>
          <a:prstGeom prst="rect">
            <a:avLst/>
          </a:prstGeom>
          <a:ln w="0">
            <a:noFill/>
          </a:ln>
        </p:spPr>
      </p:pic>
      <p:sp>
        <p:nvSpPr>
          <p:cNvPr id="24" name="Google Shape;102;p52"/>
          <p:cNvSpPr/>
          <p:nvPr/>
        </p:nvSpPr>
        <p:spPr>
          <a:xfrm>
            <a:off x="73440" y="0"/>
            <a:ext cx="6766920" cy="1188360"/>
          </a:xfrm>
          <a:prstGeom prst="rect">
            <a:avLst/>
          </a:prstGeom>
          <a:noFill/>
          <a:ln w="0">
            <a:noFill/>
          </a:ln>
        </p:spPr>
        <p:style>
          <a:lnRef idx="0"/>
          <a:fillRef idx="0"/>
          <a:effectRef idx="0"/>
          <a:fontRef idx="minor"/>
        </p:style>
        <p:txBody>
          <a:bodyPr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25" name="Google Shape;103;p52"/>
          <p:cNvCxnSpPr/>
          <p:nvPr/>
        </p:nvCxnSpPr>
        <p:spPr>
          <a:xfrm>
            <a:off x="13680" y="1107360"/>
            <a:ext cx="4363560" cy="360"/>
          </a:xfrm>
          <a:prstGeom prst="straightConnector1">
            <a:avLst/>
          </a:prstGeom>
          <a:ln w="38100">
            <a:solidFill>
              <a:srgbClr val="dfa267"/>
            </a:solidFill>
            <a:round/>
          </a:ln>
        </p:spPr>
      </p:cxn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PlaceHolder 1"/>
          <p:cNvSpPr>
            <a:spLocks noGrp="1"/>
          </p:cNvSpPr>
          <p:nvPr>
            <p:ph type="dt" idx="13"/>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7" name="PlaceHolder 2"/>
          <p:cNvSpPr>
            <a:spLocks noGrp="1"/>
          </p:cNvSpPr>
          <p:nvPr>
            <p:ph type="ftr" idx="14"/>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 name="PlaceHolder 3"/>
          <p:cNvSpPr>
            <a:spLocks noGrp="1"/>
          </p:cNvSpPr>
          <p:nvPr>
            <p:ph type="sldNum" idx="15"/>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FA7376A6-7A40-4EF8-AAC5-A5BF84FF6FEB}"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29" name="Google Shape;108;p53" descr=""/>
          <p:cNvPicPr/>
          <p:nvPr/>
        </p:nvPicPr>
        <p:blipFill>
          <a:blip r:embed="rId2"/>
          <a:stretch/>
        </p:blipFill>
        <p:spPr>
          <a:xfrm>
            <a:off x="8289720" y="136440"/>
            <a:ext cx="699120" cy="1401840"/>
          </a:xfrm>
          <a:prstGeom prst="rect">
            <a:avLst/>
          </a:prstGeom>
          <a:ln w="0">
            <a:noFill/>
          </a:ln>
        </p:spPr>
      </p:pic>
      <p:sp>
        <p:nvSpPr>
          <p:cNvPr id="30" name="Google Shape;109;p53"/>
          <p:cNvSpPr/>
          <p:nvPr/>
        </p:nvSpPr>
        <p:spPr>
          <a:xfrm>
            <a:off x="70920" y="0"/>
            <a:ext cx="6766920" cy="1188360"/>
          </a:xfrm>
          <a:prstGeom prst="rect">
            <a:avLst/>
          </a:prstGeom>
          <a:noFill/>
          <a:ln w="0">
            <a:noFill/>
          </a:ln>
        </p:spPr>
        <p:style>
          <a:lnRef idx="0"/>
          <a:fillRef idx="0"/>
          <a:effectRef idx="0"/>
          <a:fontRef idx="minor"/>
        </p:style>
        <p:txBody>
          <a:bodyPr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31" name="Google Shape;110;p53"/>
          <p:cNvCxnSpPr/>
          <p:nvPr/>
        </p:nvCxnSpPr>
        <p:spPr>
          <a:xfrm>
            <a:off x="13680" y="1120320"/>
            <a:ext cx="4558680" cy="360"/>
          </a:xfrm>
          <a:prstGeom prst="straightConnector1">
            <a:avLst/>
          </a:prstGeom>
          <a:ln w="38100">
            <a:solidFill>
              <a:srgbClr val="dfa267"/>
            </a:solidFill>
            <a:round/>
          </a:ln>
        </p:spPr>
      </p:cxn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2" name="PlaceHolder 1"/>
          <p:cNvSpPr>
            <a:spLocks noGrp="1"/>
          </p:cNvSpPr>
          <p:nvPr>
            <p:ph type="body"/>
          </p:nvPr>
        </p:nvSpPr>
        <p:spPr>
          <a:xfrm>
            <a:off x="628560" y="1825560"/>
            <a:ext cx="7886520" cy="43509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33" name="PlaceHolder 2"/>
          <p:cNvSpPr>
            <a:spLocks noGrp="1"/>
          </p:cNvSpPr>
          <p:nvPr>
            <p:ph type="dt" idx="16"/>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4" name="PlaceHolder 3"/>
          <p:cNvSpPr>
            <a:spLocks noGrp="1"/>
          </p:cNvSpPr>
          <p:nvPr>
            <p:ph type="ftr" idx="17"/>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5" name="PlaceHolder 4"/>
          <p:cNvSpPr>
            <a:spLocks noGrp="1"/>
          </p:cNvSpPr>
          <p:nvPr>
            <p:ph type="sldNum" idx="18"/>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F9ADAB5A-2D92-42F1-B2C3-C8BF58CC5A6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36" name="Google Shape;116;p54" descr=""/>
          <p:cNvPicPr/>
          <p:nvPr/>
        </p:nvPicPr>
        <p:blipFill>
          <a:blip r:embed="rId2"/>
          <a:stretch/>
        </p:blipFill>
        <p:spPr>
          <a:xfrm>
            <a:off x="8313480" y="136440"/>
            <a:ext cx="699120" cy="1401840"/>
          </a:xfrm>
          <a:prstGeom prst="rect">
            <a:avLst/>
          </a:prstGeom>
          <a:ln w="0">
            <a:noFill/>
          </a:ln>
        </p:spPr>
      </p:pic>
      <p:sp>
        <p:nvSpPr>
          <p:cNvPr id="37" name="Google Shape;117;p54"/>
          <p:cNvSpPr/>
          <p:nvPr/>
        </p:nvSpPr>
        <p:spPr>
          <a:xfrm>
            <a:off x="73440" y="0"/>
            <a:ext cx="6766920" cy="1188360"/>
          </a:xfrm>
          <a:prstGeom prst="rect">
            <a:avLst/>
          </a:prstGeom>
          <a:noFill/>
          <a:ln w="0">
            <a:noFill/>
          </a:ln>
        </p:spPr>
        <p:style>
          <a:lnRef idx="0"/>
          <a:fillRef idx="0"/>
          <a:effectRef idx="0"/>
          <a:fontRef idx="minor"/>
        </p:style>
        <p:txBody>
          <a:bodyPr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38" name="Google Shape;118;p54"/>
          <p:cNvCxnSpPr/>
          <p:nvPr/>
        </p:nvCxnSpPr>
        <p:spPr>
          <a:xfrm>
            <a:off x="13680" y="1107360"/>
            <a:ext cx="4363560" cy="360"/>
          </a:xfrm>
          <a:prstGeom prst="straightConnector1">
            <a:avLst/>
          </a:prstGeom>
          <a:ln w="38100">
            <a:solidFill>
              <a:srgbClr val="dfa267"/>
            </a:solidFill>
            <a:round/>
          </a:ln>
        </p:spPr>
      </p:cxn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body"/>
          </p:nvPr>
        </p:nvSpPr>
        <p:spPr>
          <a:xfrm>
            <a:off x="628560" y="1825560"/>
            <a:ext cx="7886520" cy="43509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40" name="PlaceHolder 2"/>
          <p:cNvSpPr>
            <a:spLocks noGrp="1"/>
          </p:cNvSpPr>
          <p:nvPr>
            <p:ph type="dt" idx="19"/>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1" name="PlaceHolder 3"/>
          <p:cNvSpPr>
            <a:spLocks noGrp="1"/>
          </p:cNvSpPr>
          <p:nvPr>
            <p:ph type="ftr" idx="20"/>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2" name="PlaceHolder 4"/>
          <p:cNvSpPr>
            <a:spLocks noGrp="1"/>
          </p:cNvSpPr>
          <p:nvPr>
            <p:ph type="sldNum" idx="21"/>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46A6EA5E-E252-48C0-9CC0-D02BFEC81985}"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43" name="Google Shape;124;p55" descr=""/>
          <p:cNvPicPr/>
          <p:nvPr/>
        </p:nvPicPr>
        <p:blipFill>
          <a:blip r:embed="rId2"/>
          <a:stretch/>
        </p:blipFill>
        <p:spPr>
          <a:xfrm>
            <a:off x="8313480" y="136440"/>
            <a:ext cx="699120" cy="1401840"/>
          </a:xfrm>
          <a:prstGeom prst="rect">
            <a:avLst/>
          </a:prstGeom>
          <a:ln w="0">
            <a:noFill/>
          </a:ln>
        </p:spPr>
      </p:pic>
      <p:sp>
        <p:nvSpPr>
          <p:cNvPr id="44" name="Google Shape;125;p55"/>
          <p:cNvSpPr/>
          <p:nvPr/>
        </p:nvSpPr>
        <p:spPr>
          <a:xfrm>
            <a:off x="73440" y="0"/>
            <a:ext cx="6766920" cy="1188360"/>
          </a:xfrm>
          <a:prstGeom prst="rect">
            <a:avLst/>
          </a:prstGeom>
          <a:noFill/>
          <a:ln w="0">
            <a:noFill/>
          </a:ln>
        </p:spPr>
        <p:style>
          <a:lnRef idx="0"/>
          <a:fillRef idx="0"/>
          <a:effectRef idx="0"/>
          <a:fontRef idx="minor"/>
        </p:style>
        <p:txBody>
          <a:bodyPr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45" name="Google Shape;126;p55"/>
          <p:cNvCxnSpPr/>
          <p:nvPr/>
        </p:nvCxnSpPr>
        <p:spPr>
          <a:xfrm>
            <a:off x="13680" y="1107360"/>
            <a:ext cx="4363560" cy="360"/>
          </a:xfrm>
          <a:prstGeom prst="straightConnector1">
            <a:avLst/>
          </a:prstGeom>
          <a:ln w="38100">
            <a:solidFill>
              <a:srgbClr val="dfa267"/>
            </a:solidFill>
            <a:round/>
          </a:ln>
        </p:spPr>
      </p:cxn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6" name="PlaceHolder 1"/>
          <p:cNvSpPr>
            <a:spLocks noGrp="1"/>
          </p:cNvSpPr>
          <p:nvPr>
            <p:ph type="body"/>
          </p:nvPr>
        </p:nvSpPr>
        <p:spPr>
          <a:xfrm>
            <a:off x="628560" y="1825560"/>
            <a:ext cx="7886520" cy="43509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47" name="PlaceHolder 2"/>
          <p:cNvSpPr>
            <a:spLocks noGrp="1"/>
          </p:cNvSpPr>
          <p:nvPr>
            <p:ph type="dt" idx="22"/>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3"/>
          <p:cNvSpPr>
            <a:spLocks noGrp="1"/>
          </p:cNvSpPr>
          <p:nvPr>
            <p:ph type="ftr" idx="23"/>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4"/>
          <p:cNvSpPr>
            <a:spLocks noGrp="1"/>
          </p:cNvSpPr>
          <p:nvPr>
            <p:ph type="sldNum" idx="24"/>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EBC879EE-C095-4D20-858D-C0E375B7876F}"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50" name="Google Shape;132;p56" descr=""/>
          <p:cNvPicPr/>
          <p:nvPr/>
        </p:nvPicPr>
        <p:blipFill>
          <a:blip r:embed="rId2"/>
          <a:stretch/>
        </p:blipFill>
        <p:spPr>
          <a:xfrm>
            <a:off x="8313480" y="136440"/>
            <a:ext cx="699120" cy="1401840"/>
          </a:xfrm>
          <a:prstGeom prst="rect">
            <a:avLst/>
          </a:prstGeom>
          <a:ln w="0">
            <a:noFill/>
          </a:ln>
        </p:spPr>
      </p:pic>
      <p:sp>
        <p:nvSpPr>
          <p:cNvPr id="51" name="Google Shape;133;p56"/>
          <p:cNvSpPr/>
          <p:nvPr/>
        </p:nvSpPr>
        <p:spPr>
          <a:xfrm>
            <a:off x="73440" y="0"/>
            <a:ext cx="6766920" cy="1188360"/>
          </a:xfrm>
          <a:prstGeom prst="rect">
            <a:avLst/>
          </a:prstGeom>
          <a:noFill/>
          <a:ln w="0">
            <a:noFill/>
          </a:ln>
        </p:spPr>
        <p:style>
          <a:lnRef idx="0"/>
          <a:fillRef idx="0"/>
          <a:effectRef idx="0"/>
          <a:fontRef idx="minor"/>
        </p:style>
        <p:txBody>
          <a:bodyPr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52" name="Google Shape;134;p56"/>
          <p:cNvCxnSpPr/>
          <p:nvPr/>
        </p:nvCxnSpPr>
        <p:spPr>
          <a:xfrm>
            <a:off x="13680" y="1107360"/>
            <a:ext cx="4363560" cy="360"/>
          </a:xfrm>
          <a:prstGeom prst="straightConnector1">
            <a:avLst/>
          </a:prstGeom>
          <a:ln w="38100">
            <a:solidFill>
              <a:srgbClr val="dfa267"/>
            </a:solidFill>
            <a:round/>
          </a:ln>
        </p:spPr>
      </p:cxn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3" name="PlaceHolder 1"/>
          <p:cNvSpPr>
            <a:spLocks noGrp="1"/>
          </p:cNvSpPr>
          <p:nvPr>
            <p:ph type="body"/>
          </p:nvPr>
        </p:nvSpPr>
        <p:spPr>
          <a:xfrm>
            <a:off x="628560" y="1825560"/>
            <a:ext cx="7886520" cy="43509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54" name="PlaceHolder 2"/>
          <p:cNvSpPr>
            <a:spLocks noGrp="1"/>
          </p:cNvSpPr>
          <p:nvPr>
            <p:ph type="dt" idx="25"/>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5" name="PlaceHolder 3"/>
          <p:cNvSpPr>
            <a:spLocks noGrp="1"/>
          </p:cNvSpPr>
          <p:nvPr>
            <p:ph type="ftr" idx="26"/>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6" name="PlaceHolder 4"/>
          <p:cNvSpPr>
            <a:spLocks noGrp="1"/>
          </p:cNvSpPr>
          <p:nvPr>
            <p:ph type="sldNum" idx="27"/>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3F14AFAB-E037-43E5-84C3-7202530B1F17}"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57" name="Google Shape;140;p57" descr=""/>
          <p:cNvPicPr/>
          <p:nvPr/>
        </p:nvPicPr>
        <p:blipFill>
          <a:blip r:embed="rId2"/>
          <a:stretch/>
        </p:blipFill>
        <p:spPr>
          <a:xfrm>
            <a:off x="8313480" y="136440"/>
            <a:ext cx="699120" cy="1401840"/>
          </a:xfrm>
          <a:prstGeom prst="rect">
            <a:avLst/>
          </a:prstGeom>
          <a:ln w="0">
            <a:noFill/>
          </a:ln>
        </p:spPr>
      </p:pic>
      <p:sp>
        <p:nvSpPr>
          <p:cNvPr id="58" name="Google Shape;141;p57"/>
          <p:cNvSpPr/>
          <p:nvPr/>
        </p:nvSpPr>
        <p:spPr>
          <a:xfrm>
            <a:off x="73440" y="0"/>
            <a:ext cx="6766920" cy="1188360"/>
          </a:xfrm>
          <a:prstGeom prst="rect">
            <a:avLst/>
          </a:prstGeom>
          <a:noFill/>
          <a:ln w="0">
            <a:noFill/>
          </a:ln>
        </p:spPr>
        <p:style>
          <a:lnRef idx="0"/>
          <a:fillRef idx="0"/>
          <a:effectRef idx="0"/>
          <a:fontRef idx="minor"/>
        </p:style>
        <p:txBody>
          <a:bodyPr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59" name="Google Shape;142;p57"/>
          <p:cNvCxnSpPr/>
          <p:nvPr/>
        </p:nvCxnSpPr>
        <p:spPr>
          <a:xfrm>
            <a:off x="13680" y="1107360"/>
            <a:ext cx="4363560" cy="360"/>
          </a:xfrm>
          <a:prstGeom prst="straightConnector1">
            <a:avLst/>
          </a:prstGeom>
          <a:ln w="38100">
            <a:solidFill>
              <a:srgbClr val="dfa267"/>
            </a:solidFill>
            <a:round/>
          </a:ln>
        </p:spPr>
      </p:cxn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0" name="PlaceHolder 1"/>
          <p:cNvSpPr>
            <a:spLocks noGrp="1"/>
          </p:cNvSpPr>
          <p:nvPr>
            <p:ph type="dt" idx="28"/>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1" name="PlaceHolder 2"/>
          <p:cNvSpPr>
            <a:spLocks noGrp="1"/>
          </p:cNvSpPr>
          <p:nvPr>
            <p:ph type="ftr" idx="29"/>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2" name="PlaceHolder 3"/>
          <p:cNvSpPr>
            <a:spLocks noGrp="1"/>
          </p:cNvSpPr>
          <p:nvPr>
            <p:ph type="sldNum" idx="30"/>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EB002FF4-790A-4C2E-8C07-E9CE722A32F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63" name="Google Shape;147;p58" descr=""/>
          <p:cNvPicPr/>
          <p:nvPr/>
        </p:nvPicPr>
        <p:blipFill>
          <a:blip r:embed="rId2"/>
          <a:stretch/>
        </p:blipFill>
        <p:spPr>
          <a:xfrm>
            <a:off x="8289720" y="136440"/>
            <a:ext cx="699120" cy="1401840"/>
          </a:xfrm>
          <a:prstGeom prst="rect">
            <a:avLst/>
          </a:prstGeom>
          <a:ln w="0">
            <a:noFill/>
          </a:ln>
        </p:spPr>
      </p:pic>
      <p:sp>
        <p:nvSpPr>
          <p:cNvPr id="64" name="Google Shape;148;p58"/>
          <p:cNvSpPr/>
          <p:nvPr/>
        </p:nvSpPr>
        <p:spPr>
          <a:xfrm>
            <a:off x="70920" y="0"/>
            <a:ext cx="6766920" cy="1188360"/>
          </a:xfrm>
          <a:prstGeom prst="rect">
            <a:avLst/>
          </a:prstGeom>
          <a:noFill/>
          <a:ln w="0">
            <a:noFill/>
          </a:ln>
        </p:spPr>
        <p:style>
          <a:lnRef idx="0"/>
          <a:fillRef idx="0"/>
          <a:effectRef idx="0"/>
          <a:fontRef idx="minor"/>
        </p:style>
        <p:txBody>
          <a:bodyPr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65" name="Google Shape;149;p58"/>
          <p:cNvCxnSpPr/>
          <p:nvPr/>
        </p:nvCxnSpPr>
        <p:spPr>
          <a:xfrm>
            <a:off x="13680" y="1120320"/>
            <a:ext cx="4558680" cy="360"/>
          </a:xfrm>
          <a:prstGeom prst="straightConnector1">
            <a:avLst/>
          </a:prstGeom>
          <a:ln w="38100">
            <a:solidFill>
              <a:srgbClr val="dfa267"/>
            </a:solidFill>
            <a:round/>
          </a:ln>
        </p:spPr>
      </p:cxn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6" name="PlaceHolder 1"/>
          <p:cNvSpPr>
            <a:spLocks noGrp="1"/>
          </p:cNvSpPr>
          <p:nvPr>
            <p:ph type="dt" idx="31"/>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7" name="PlaceHolder 2"/>
          <p:cNvSpPr>
            <a:spLocks noGrp="1"/>
          </p:cNvSpPr>
          <p:nvPr>
            <p:ph type="ftr" idx="32"/>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8" name="PlaceHolder 3"/>
          <p:cNvSpPr>
            <a:spLocks noGrp="1"/>
          </p:cNvSpPr>
          <p:nvPr>
            <p:ph type="sldNum" idx="33"/>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3D7E9204-9135-45BE-A804-C21C980480FF}"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69" name="Google Shape;154;p59" descr=""/>
          <p:cNvPicPr/>
          <p:nvPr/>
        </p:nvPicPr>
        <p:blipFill>
          <a:blip r:embed="rId2"/>
          <a:stretch/>
        </p:blipFill>
        <p:spPr>
          <a:xfrm>
            <a:off x="8289720" y="136440"/>
            <a:ext cx="699120" cy="1401840"/>
          </a:xfrm>
          <a:prstGeom prst="rect">
            <a:avLst/>
          </a:prstGeom>
          <a:ln w="0">
            <a:noFill/>
          </a:ln>
        </p:spPr>
      </p:pic>
      <p:sp>
        <p:nvSpPr>
          <p:cNvPr id="70" name="Google Shape;155;p59"/>
          <p:cNvSpPr/>
          <p:nvPr/>
        </p:nvSpPr>
        <p:spPr>
          <a:xfrm>
            <a:off x="70920" y="0"/>
            <a:ext cx="6766920" cy="1188360"/>
          </a:xfrm>
          <a:prstGeom prst="rect">
            <a:avLst/>
          </a:prstGeom>
          <a:noFill/>
          <a:ln w="0">
            <a:noFill/>
          </a:ln>
        </p:spPr>
        <p:style>
          <a:lnRef idx="0"/>
          <a:fillRef idx="0"/>
          <a:effectRef idx="0"/>
          <a:fontRef idx="minor"/>
        </p:style>
        <p:txBody>
          <a:bodyPr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71" name="Google Shape;156;p59"/>
          <p:cNvCxnSpPr/>
          <p:nvPr/>
        </p:nvCxnSpPr>
        <p:spPr>
          <a:xfrm>
            <a:off x="13680" y="1120320"/>
            <a:ext cx="4558680" cy="360"/>
          </a:xfrm>
          <a:prstGeom prst="straightConnector1">
            <a:avLst/>
          </a:prstGeom>
          <a:ln w="38100">
            <a:solidFill>
              <a:srgbClr val="dfa267"/>
            </a:solidFill>
            <a:round/>
          </a:ln>
        </p:spPr>
      </p:cxn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2" name="PlaceHolder 1"/>
          <p:cNvSpPr>
            <a:spLocks noGrp="1"/>
          </p:cNvSpPr>
          <p:nvPr>
            <p:ph type="dt" idx="34"/>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3" name="PlaceHolder 2"/>
          <p:cNvSpPr>
            <a:spLocks noGrp="1"/>
          </p:cNvSpPr>
          <p:nvPr>
            <p:ph type="ftr" idx="35"/>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4" name="PlaceHolder 3"/>
          <p:cNvSpPr>
            <a:spLocks noGrp="1"/>
          </p:cNvSpPr>
          <p:nvPr>
            <p:ph type="sldNum" idx="36"/>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13EFDBC1-D876-4117-A6CB-1AEF98161C9D}"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75" name="Google Shape;25;p40" descr=""/>
          <p:cNvPicPr/>
          <p:nvPr/>
        </p:nvPicPr>
        <p:blipFill>
          <a:blip r:embed="rId2"/>
          <a:stretch/>
        </p:blipFill>
        <p:spPr>
          <a:xfrm>
            <a:off x="8368560" y="133560"/>
            <a:ext cx="699120" cy="1401840"/>
          </a:xfrm>
          <a:prstGeom prst="rect">
            <a:avLst/>
          </a:prstGeom>
          <a:ln w="0">
            <a:noFill/>
          </a:ln>
        </p:spPr>
      </p:pic>
      <p:sp>
        <p:nvSpPr>
          <p:cNvPr id="76" name="Google Shape;26;p40"/>
          <p:cNvSpPr/>
          <p:nvPr/>
        </p:nvSpPr>
        <p:spPr>
          <a:xfrm>
            <a:off x="217440" y="840600"/>
            <a:ext cx="6487920" cy="639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3600" spc="-1" strike="noStrike">
                <a:solidFill>
                  <a:srgbClr val="0070c0"/>
                </a:solidFill>
                <a:latin typeface="Calibri"/>
                <a:ea typeface="Calibri"/>
              </a:rPr>
              <a:t>OOAD and SE</a:t>
            </a:r>
            <a:endParaRPr b="0" lang="en-US" sz="3600" spc="-1" strike="noStrike">
              <a:solidFill>
                <a:srgbClr val="000000"/>
              </a:solidFill>
              <a:latin typeface="Arial"/>
            </a:endParaRPr>
          </a:p>
        </p:txBody>
      </p:sp>
      <p:grpSp>
        <p:nvGrpSpPr>
          <p:cNvPr id="77" name="Google Shape;27;p40"/>
          <p:cNvGrpSpPr/>
          <p:nvPr/>
        </p:nvGrpSpPr>
        <p:grpSpPr>
          <a:xfrm>
            <a:off x="245160" y="4939560"/>
            <a:ext cx="799920" cy="1077480"/>
            <a:chOff x="245160" y="4939560"/>
            <a:chExt cx="799920" cy="1077480"/>
          </a:xfrm>
        </p:grpSpPr>
        <p:sp>
          <p:nvSpPr>
            <p:cNvPr id="78" name="Google Shape;28;p40"/>
            <p:cNvSpPr/>
            <p:nvPr/>
          </p:nvSpPr>
          <p:spPr>
            <a:xfrm rot="5400000">
              <a:off x="622440" y="5594400"/>
              <a:ext cx="45360" cy="799920"/>
            </a:xfrm>
            <a:prstGeom prst="rect">
              <a:avLst/>
            </a:prstGeom>
            <a:solidFill>
              <a:srgbClr val="f4b081"/>
            </a:solidFill>
            <a:ln w="0">
              <a:noFill/>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lt1"/>
                </a:solidFill>
                <a:latin typeface="Calibri"/>
                <a:ea typeface="Calibri"/>
              </a:endParaRPr>
            </a:p>
          </p:txBody>
        </p:sp>
        <p:sp>
          <p:nvSpPr>
            <p:cNvPr id="79" name="Google Shape;29;p40"/>
            <p:cNvSpPr/>
            <p:nvPr/>
          </p:nvSpPr>
          <p:spPr>
            <a:xfrm rot="10800000">
              <a:off x="245520" y="4939560"/>
              <a:ext cx="33840" cy="1066680"/>
            </a:xfrm>
            <a:prstGeom prst="rect">
              <a:avLst/>
            </a:prstGeom>
            <a:solidFill>
              <a:srgbClr val="f4b081"/>
            </a:solidFill>
            <a:ln w="0">
              <a:noFill/>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lt1"/>
                </a:solidFill>
                <a:latin typeface="Calibri"/>
                <a:ea typeface="Calibri"/>
              </a:endParaRPr>
            </a:p>
          </p:txBody>
        </p:sp>
      </p:grpSp>
      <p:cxnSp>
        <p:nvCxnSpPr>
          <p:cNvPr id="80" name="Google Shape;30;p40"/>
          <p:cNvCxnSpPr/>
          <p:nvPr/>
        </p:nvCxnSpPr>
        <p:spPr>
          <a:xfrm>
            <a:off x="2160" y="2094120"/>
            <a:ext cx="4749480" cy="360"/>
          </a:xfrm>
          <a:prstGeom prst="straightConnector1">
            <a:avLst/>
          </a:prstGeom>
          <a:ln w="38100">
            <a:solidFill>
              <a:srgbClr val="dfa267"/>
            </a:solidFill>
            <a:miter/>
          </a:ln>
        </p:spPr>
      </p:cxnSp>
      <p:sp>
        <p:nvSpPr>
          <p:cNvPr id="81" name="Google Shape;31;p40"/>
          <p:cNvSpPr/>
          <p:nvPr/>
        </p:nvSpPr>
        <p:spPr>
          <a:xfrm>
            <a:off x="345600" y="4201560"/>
            <a:ext cx="5622480" cy="14324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chemeClr val="dk1"/>
                </a:solidFill>
                <a:latin typeface="Calibri"/>
                <a:ea typeface="Calibri"/>
              </a:rPr>
              <a:t>Dr. H.L. Phalachandra</a:t>
            </a:r>
            <a:endParaRPr b="0" lang="en-US" sz="2400" spc="-1" strike="noStrike">
              <a:solidFill>
                <a:srgbClr val="000000"/>
              </a:solidFill>
              <a:latin typeface="Arial"/>
            </a:endParaRPr>
          </a:p>
          <a:p>
            <a:pPr>
              <a:lnSpc>
                <a:spcPct val="100000"/>
              </a:lnSpc>
              <a:tabLst>
                <a:tab algn="l" pos="0"/>
              </a:tabLst>
            </a:pPr>
            <a:r>
              <a:rPr b="0" lang="en-US" sz="2000" spc="-1" strike="noStrike">
                <a:solidFill>
                  <a:schemeClr val="dk1"/>
                </a:solidFill>
                <a:latin typeface="Calibri"/>
                <a:ea typeface="Calibri"/>
              </a:rPr>
              <a:t>Department of Computer Science and Engineering</a:t>
            </a:r>
            <a:endParaRPr b="0" lang="en-US" sz="2000" spc="-1" strike="noStrike">
              <a:solidFill>
                <a:srgbClr val="000000"/>
              </a:solidFill>
              <a:latin typeface="Arial"/>
            </a:endParaRPr>
          </a:p>
          <a:p>
            <a:pPr>
              <a:lnSpc>
                <a:spcPct val="100000"/>
              </a:lnSpc>
              <a:tabLst>
                <a:tab algn="l" pos="0"/>
              </a:tabLst>
            </a:pPr>
            <a:r>
              <a:rPr b="0" lang="en-US" sz="2000" spc="-1" strike="noStrike">
                <a:solidFill>
                  <a:schemeClr val="dk1"/>
                </a:solidFill>
                <a:latin typeface="Calibri"/>
                <a:ea typeface="Calibri"/>
              </a:rPr>
              <a:t>                 </a:t>
            </a:r>
            <a:r>
              <a:rPr b="0" lang="en-US" sz="2000" spc="-1" strike="noStrike">
                <a:solidFill>
                  <a:schemeClr val="dk1"/>
                </a:solidFill>
                <a:latin typeface="Calibri"/>
                <a:ea typeface="Calibri"/>
              </a:rPr>
              <a:t>leveraging some information from slides of</a:t>
            </a:r>
            <a:endParaRPr b="0" lang="en-US" sz="2000" spc="-1" strike="noStrike">
              <a:solidFill>
                <a:srgbClr val="000000"/>
              </a:solidFill>
              <a:latin typeface="Arial"/>
            </a:endParaRPr>
          </a:p>
          <a:p>
            <a:pPr>
              <a:lnSpc>
                <a:spcPct val="100000"/>
              </a:lnSpc>
              <a:tabLst>
                <a:tab algn="l" pos="0"/>
              </a:tabLst>
            </a:pPr>
            <a:r>
              <a:rPr b="1" lang="en-US" sz="2400" spc="-1" strike="noStrike">
                <a:solidFill>
                  <a:schemeClr val="dk1"/>
                </a:solidFill>
                <a:latin typeface="Calibri"/>
                <a:ea typeface="Calibri"/>
              </a:rPr>
              <a:t>Prof. Vinay Joshi </a:t>
            </a:r>
            <a:endParaRPr b="0" lang="en-US" sz="2400" spc="-1" strike="noStrike">
              <a:solidFill>
                <a:srgbClr val="000000"/>
              </a:solidFill>
              <a:latin typeface="Arial"/>
            </a:endParaRPr>
          </a:p>
        </p:txBody>
      </p:sp>
      <p:sp>
        <p:nvSpPr>
          <p:cNvPr id="82" name="Google Shape;32;p40"/>
          <p:cNvSpPr/>
          <p:nvPr/>
        </p:nvSpPr>
        <p:spPr>
          <a:xfrm>
            <a:off x="245160" y="6017400"/>
            <a:ext cx="6212520" cy="861480"/>
          </a:xfrm>
          <a:prstGeom prst="rect">
            <a:avLst/>
          </a:prstGeom>
          <a:noFill/>
          <a:ln w="0">
            <a:noFill/>
          </a:ln>
        </p:spPr>
        <p:style>
          <a:lnRef idx="0"/>
          <a:fillRef idx="0"/>
          <a:effectRef idx="0"/>
          <a:fontRef idx="minor"/>
        </p:style>
        <p:txBody>
          <a:bodyPr anchor="t">
            <a:spAutoFit/>
          </a:bodyPr>
          <a:p>
            <a:pPr algn="just">
              <a:lnSpc>
                <a:spcPct val="100000"/>
              </a:lnSpc>
              <a:tabLst>
                <a:tab algn="l" pos="0"/>
              </a:tabLst>
            </a:pPr>
            <a:r>
              <a:rPr b="1" lang="en-US" sz="1050" spc="-1" strike="noStrike">
                <a:solidFill>
                  <a:srgbClr val="7f7f7f"/>
                </a:solidFill>
                <a:latin typeface="Calibri"/>
                <a:ea typeface="Calibri"/>
              </a:rPr>
              <a:t>Acknowledgements: </a:t>
            </a:r>
            <a:r>
              <a:rPr b="1" lang="en-US" sz="1000" spc="-1" strike="noStrike">
                <a:solidFill>
                  <a:srgbClr val="7f7f7f"/>
                </a:solidFill>
                <a:latin typeface="Calibri"/>
                <a:ea typeface="Calibri"/>
              </a:rPr>
              <a:t>Significant portions of the information in the slide sets presented through the course in the class, are extracted from the prescribed text books, information from the Internet and supplemented by my experience. Since these are only intended for presentation for teaching within PESU, there was no explicit permission solicited. We would like to sincerely thank and acknowledge that the credit/rights remain with the original authors/creators only</a:t>
            </a:r>
            <a:endParaRPr b="0" lang="en-US" sz="1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3" name="PlaceHolder 1"/>
          <p:cNvSpPr>
            <a:spLocks noGrp="1"/>
          </p:cNvSpPr>
          <p:nvPr>
            <p:ph type="dt" idx="37"/>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4" name="PlaceHolder 2"/>
          <p:cNvSpPr>
            <a:spLocks noGrp="1"/>
          </p:cNvSpPr>
          <p:nvPr>
            <p:ph type="ftr" idx="38"/>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5" name="PlaceHolder 3"/>
          <p:cNvSpPr>
            <a:spLocks noGrp="1"/>
          </p:cNvSpPr>
          <p:nvPr>
            <p:ph type="sldNum" idx="39"/>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673C03C8-B8D5-4986-B018-981C6F317B48}"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86" name="Google Shape;161;p60" descr=""/>
          <p:cNvPicPr/>
          <p:nvPr/>
        </p:nvPicPr>
        <p:blipFill>
          <a:blip r:embed="rId2"/>
          <a:stretch/>
        </p:blipFill>
        <p:spPr>
          <a:xfrm>
            <a:off x="8289720" y="136440"/>
            <a:ext cx="699120" cy="1401840"/>
          </a:xfrm>
          <a:prstGeom prst="rect">
            <a:avLst/>
          </a:prstGeom>
          <a:ln w="0">
            <a:noFill/>
          </a:ln>
        </p:spPr>
      </p:pic>
      <p:sp>
        <p:nvSpPr>
          <p:cNvPr id="87" name="Google Shape;162;p60"/>
          <p:cNvSpPr/>
          <p:nvPr/>
        </p:nvSpPr>
        <p:spPr>
          <a:xfrm>
            <a:off x="70920" y="0"/>
            <a:ext cx="6766920" cy="1188360"/>
          </a:xfrm>
          <a:prstGeom prst="rect">
            <a:avLst/>
          </a:prstGeom>
          <a:noFill/>
          <a:ln w="0">
            <a:noFill/>
          </a:ln>
        </p:spPr>
        <p:style>
          <a:lnRef idx="0"/>
          <a:fillRef idx="0"/>
          <a:effectRef idx="0"/>
          <a:fontRef idx="minor"/>
        </p:style>
        <p:txBody>
          <a:bodyPr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88" name="Google Shape;163;p60"/>
          <p:cNvCxnSpPr/>
          <p:nvPr/>
        </p:nvCxnSpPr>
        <p:spPr>
          <a:xfrm>
            <a:off x="13680" y="1120320"/>
            <a:ext cx="4558680" cy="360"/>
          </a:xfrm>
          <a:prstGeom prst="straightConnector1">
            <a:avLst/>
          </a:prstGeom>
          <a:ln w="38100">
            <a:solidFill>
              <a:srgbClr val="dfa267"/>
            </a:solidFill>
            <a:round/>
          </a:ln>
        </p:spPr>
      </p:cxn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685800" y="380880"/>
            <a:ext cx="7848360" cy="533160"/>
          </a:xfrm>
          <a:prstGeom prst="rect">
            <a:avLst/>
          </a:prstGeom>
          <a:noFill/>
          <a:ln w="0">
            <a:noFill/>
          </a:ln>
        </p:spPr>
        <p:txBody>
          <a:bodyPr lIns="91440" rIns="91440" tIns="45720" bIns="45720" anchor="ctr">
            <a:normAutofit fontScale="68418"/>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90" name="PlaceHolder 2"/>
          <p:cNvSpPr>
            <a:spLocks noGrp="1"/>
          </p:cNvSpPr>
          <p:nvPr>
            <p:ph type="body"/>
          </p:nvPr>
        </p:nvSpPr>
        <p:spPr>
          <a:xfrm>
            <a:off x="685800" y="1066680"/>
            <a:ext cx="3847680" cy="4876560"/>
          </a:xfrm>
          <a:prstGeom prst="rect">
            <a:avLst/>
          </a:prstGeom>
          <a:noFill/>
          <a:ln w="0">
            <a:noFill/>
          </a:ln>
        </p:spPr>
        <p:txBody>
          <a:bodyPr lIns="91440" rIns="91440" tIns="45720" bIns="45720" anchor="t">
            <a:normAutofit fontScale="62485"/>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91" name="PlaceHolder 3"/>
          <p:cNvSpPr>
            <a:spLocks noGrp="1"/>
          </p:cNvSpPr>
          <p:nvPr>
            <p:ph type="body"/>
          </p:nvPr>
        </p:nvSpPr>
        <p:spPr>
          <a:xfrm>
            <a:off x="4686480" y="1066680"/>
            <a:ext cx="3847680" cy="4876560"/>
          </a:xfrm>
          <a:prstGeom prst="rect">
            <a:avLst/>
          </a:prstGeom>
          <a:noFill/>
          <a:ln w="0">
            <a:noFill/>
          </a:ln>
        </p:spPr>
        <p:txBody>
          <a:bodyPr lIns="91440" rIns="91440" tIns="45720" bIns="45720" anchor="t">
            <a:normAutofit fontScale="62485"/>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92" name="PlaceHolder 4"/>
          <p:cNvSpPr>
            <a:spLocks noGrp="1"/>
          </p:cNvSpPr>
          <p:nvPr>
            <p:ph type="ftr" idx="40"/>
          </p:nvPr>
        </p:nvSpPr>
        <p:spPr>
          <a:xfrm>
            <a:off x="2362320" y="6400800"/>
            <a:ext cx="4038120" cy="45684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6" name="PlaceHolder 1"/>
          <p:cNvSpPr>
            <a:spLocks noGrp="1"/>
          </p:cNvSpPr>
          <p:nvPr>
            <p:ph type="body"/>
          </p:nvPr>
        </p:nvSpPr>
        <p:spPr>
          <a:xfrm>
            <a:off x="1150920" y="214200"/>
            <a:ext cx="7803720" cy="591768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97" name="PlaceHolder 2"/>
          <p:cNvSpPr>
            <a:spLocks noGrp="1"/>
          </p:cNvSpPr>
          <p:nvPr>
            <p:ph type="dt" idx="41"/>
          </p:nvPr>
        </p:nvSpPr>
        <p:spPr>
          <a:xfrm>
            <a:off x="1162080" y="6243480"/>
            <a:ext cx="1904760" cy="4568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8" name="PlaceHolder 3"/>
          <p:cNvSpPr>
            <a:spLocks noGrp="1"/>
          </p:cNvSpPr>
          <p:nvPr>
            <p:ph type="ftr" idx="42"/>
          </p:nvPr>
        </p:nvSpPr>
        <p:spPr>
          <a:xfrm>
            <a:off x="3657600" y="6243480"/>
            <a:ext cx="2895120" cy="45684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9" name="PlaceHolder 4"/>
          <p:cNvSpPr>
            <a:spLocks noGrp="1"/>
          </p:cNvSpPr>
          <p:nvPr>
            <p:ph type="sldNum" idx="43"/>
          </p:nvPr>
        </p:nvSpPr>
        <p:spPr>
          <a:xfrm>
            <a:off x="7042320" y="6243480"/>
            <a:ext cx="1904760" cy="45684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CD1063D1-B4F7-442F-874D-ADDD923466FF}"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685800" y="380880"/>
            <a:ext cx="7848360" cy="533160"/>
          </a:xfrm>
          <a:prstGeom prst="rect">
            <a:avLst/>
          </a:prstGeom>
          <a:noFill/>
          <a:ln w="0">
            <a:noFill/>
          </a:ln>
        </p:spPr>
        <p:txBody>
          <a:bodyPr lIns="91440" rIns="91440" tIns="45720" bIns="45720" anchor="ctr">
            <a:normAutofit fontScale="68418"/>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01" name="PlaceHolder 2"/>
          <p:cNvSpPr>
            <a:spLocks noGrp="1"/>
          </p:cNvSpPr>
          <p:nvPr>
            <p:ph type="body"/>
          </p:nvPr>
        </p:nvSpPr>
        <p:spPr>
          <a:xfrm>
            <a:off x="685800" y="1066680"/>
            <a:ext cx="3847680" cy="4876560"/>
          </a:xfrm>
          <a:prstGeom prst="rect">
            <a:avLst/>
          </a:prstGeom>
          <a:noFill/>
          <a:ln w="0">
            <a:noFill/>
          </a:ln>
        </p:spPr>
        <p:txBody>
          <a:bodyPr lIns="91440" rIns="91440" tIns="45720" bIns="45720" anchor="t">
            <a:normAutofit fontScale="62485"/>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102" name="PlaceHolder 3"/>
          <p:cNvSpPr>
            <a:spLocks noGrp="1"/>
          </p:cNvSpPr>
          <p:nvPr>
            <p:ph type="body"/>
          </p:nvPr>
        </p:nvSpPr>
        <p:spPr>
          <a:xfrm>
            <a:off x="4686480" y="1066680"/>
            <a:ext cx="3847680" cy="4876560"/>
          </a:xfrm>
          <a:prstGeom prst="rect">
            <a:avLst/>
          </a:prstGeom>
          <a:noFill/>
          <a:ln w="0">
            <a:noFill/>
          </a:ln>
        </p:spPr>
        <p:txBody>
          <a:bodyPr lIns="91440" rIns="91440" tIns="45720" bIns="45720" anchor="t">
            <a:normAutofit fontScale="62485"/>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103" name="PlaceHolder 4"/>
          <p:cNvSpPr>
            <a:spLocks noGrp="1"/>
          </p:cNvSpPr>
          <p:nvPr>
            <p:ph type="ftr" idx="44"/>
          </p:nvPr>
        </p:nvSpPr>
        <p:spPr>
          <a:xfrm>
            <a:off x="2362320" y="6400800"/>
            <a:ext cx="4038120" cy="45684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28600"/>
            <a:ext cx="8229240" cy="9140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08" name="PlaceHolder 2"/>
          <p:cNvSpPr>
            <a:spLocks noGrp="1"/>
          </p:cNvSpPr>
          <p:nvPr>
            <p:ph type="dt" idx="45"/>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09" name="PlaceHolder 3"/>
          <p:cNvSpPr>
            <a:spLocks noGrp="1"/>
          </p:cNvSpPr>
          <p:nvPr>
            <p:ph type="ftr" idx="46"/>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0" name="PlaceHolder 4"/>
          <p:cNvSpPr>
            <a:spLocks noGrp="1"/>
          </p:cNvSpPr>
          <p:nvPr>
            <p:ph type="sldNum" idx="47"/>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FE1534AA-BF02-4F0A-B5F3-14453FEE1053}"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2" name="PlaceHolder 1"/>
          <p:cNvSpPr>
            <a:spLocks noGrp="1"/>
          </p:cNvSpPr>
          <p:nvPr>
            <p:ph type="dt" idx="48"/>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3" name="PlaceHolder 2"/>
          <p:cNvSpPr>
            <a:spLocks noGrp="1"/>
          </p:cNvSpPr>
          <p:nvPr>
            <p:ph type="ftr" idx="49"/>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4" name="PlaceHolder 3"/>
          <p:cNvSpPr>
            <a:spLocks noGrp="1"/>
          </p:cNvSpPr>
          <p:nvPr>
            <p:ph type="sldNum" idx="50"/>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24EA1227-4721-48B1-85F7-1691F63EB88E}"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115" name="Google Shape;37;p42" descr=""/>
          <p:cNvPicPr/>
          <p:nvPr/>
        </p:nvPicPr>
        <p:blipFill>
          <a:blip r:embed="rId2"/>
          <a:stretch/>
        </p:blipFill>
        <p:spPr>
          <a:xfrm>
            <a:off x="8289720" y="136440"/>
            <a:ext cx="699120" cy="1401840"/>
          </a:xfrm>
          <a:prstGeom prst="rect">
            <a:avLst/>
          </a:prstGeom>
          <a:ln w="0">
            <a:noFill/>
          </a:ln>
        </p:spPr>
      </p:pic>
      <p:sp>
        <p:nvSpPr>
          <p:cNvPr id="116" name="Google Shape;38;p42"/>
          <p:cNvSpPr/>
          <p:nvPr/>
        </p:nvSpPr>
        <p:spPr>
          <a:xfrm>
            <a:off x="14040" y="0"/>
            <a:ext cx="6766920" cy="639720"/>
          </a:xfrm>
          <a:prstGeom prst="rect">
            <a:avLst/>
          </a:prstGeom>
          <a:noFill/>
          <a:ln w="0">
            <a:noFill/>
          </a:ln>
        </p:spPr>
        <p:style>
          <a:lnRef idx="0"/>
          <a:fillRef idx="0"/>
          <a:effectRef idx="0"/>
          <a:fontRef idx="minor"/>
        </p:style>
        <p:txBody>
          <a:bodyPr anchor="t">
            <a:spAutoFit/>
          </a:bodyPr>
          <a:p>
            <a:pPr>
              <a:lnSpc>
                <a:spcPct val="150000"/>
              </a:lnSpc>
              <a:tabLst>
                <a:tab algn="l" pos="0"/>
              </a:tabLst>
            </a:pPr>
            <a:r>
              <a:rPr b="1" lang="en-US" sz="2400" spc="-1" strike="noStrike">
                <a:solidFill>
                  <a:srgbClr val="0070c0"/>
                </a:solidFill>
                <a:latin typeface="Calibri"/>
                <a:ea typeface="Calibri"/>
              </a:rPr>
              <a:t>Behavioral Models for Solving a Problem</a:t>
            </a:r>
            <a:endParaRPr b="0" lang="en-US" sz="2400" spc="-1" strike="noStrike">
              <a:solidFill>
                <a:srgbClr val="000000"/>
              </a:solidFill>
              <a:latin typeface="Arial"/>
            </a:endParaRPr>
          </a:p>
        </p:txBody>
      </p:sp>
      <p:cxnSp>
        <p:nvCxnSpPr>
          <p:cNvPr id="117" name="Google Shape;39;p42"/>
          <p:cNvCxnSpPr/>
          <p:nvPr/>
        </p:nvCxnSpPr>
        <p:spPr>
          <a:xfrm>
            <a:off x="13680" y="1087560"/>
            <a:ext cx="4363560" cy="360"/>
          </a:xfrm>
          <a:prstGeom prst="straightConnector1">
            <a:avLst/>
          </a:prstGeom>
          <a:ln w="38100">
            <a:solidFill>
              <a:srgbClr val="dfa267"/>
            </a:solidFill>
            <a:miter/>
          </a:ln>
        </p:spPr>
      </p:cxnSp>
    </p:spTree>
  </p:cSld>
  <p:clrMap bg1="lt1" bg2="lt2" tx1="dk1" tx2="dk2" accent1="accent1" accent2="accent2" accent3="accent3" accent4="accent4" accent5="accent5" accent6="accent6" hlink="hlink" folHlink="folHlink"/>
  <p:sldLayoutIdLst>
    <p:sldLayoutId id="2147483683"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8" name="PlaceHolder 1"/>
          <p:cNvSpPr>
            <a:spLocks noGrp="1"/>
          </p:cNvSpPr>
          <p:nvPr>
            <p:ph type="dt" idx="51"/>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9" name="PlaceHolder 2"/>
          <p:cNvSpPr>
            <a:spLocks noGrp="1"/>
          </p:cNvSpPr>
          <p:nvPr>
            <p:ph type="ftr" idx="52"/>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0" name="PlaceHolder 3"/>
          <p:cNvSpPr>
            <a:spLocks noGrp="1"/>
          </p:cNvSpPr>
          <p:nvPr>
            <p:ph type="sldNum" idx="53"/>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90820F41-16E3-438C-BAE0-0A9F1350DA4B}"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121" name="Google Shape;44;p43" descr=""/>
          <p:cNvPicPr/>
          <p:nvPr/>
        </p:nvPicPr>
        <p:blipFill>
          <a:blip r:embed="rId2"/>
          <a:stretch/>
        </p:blipFill>
        <p:spPr>
          <a:xfrm>
            <a:off x="1112760" y="1785240"/>
            <a:ext cx="1778400" cy="3553920"/>
          </a:xfrm>
          <a:prstGeom prst="rect">
            <a:avLst/>
          </a:prstGeom>
          <a:ln w="0">
            <a:noFill/>
          </a:ln>
        </p:spPr>
      </p:pic>
      <p:cxnSp>
        <p:nvCxnSpPr>
          <p:cNvPr id="122" name="Google Shape;45;p43"/>
          <p:cNvCxnSpPr/>
          <p:nvPr/>
        </p:nvCxnSpPr>
        <p:spPr>
          <a:xfrm>
            <a:off x="3440880" y="2763720"/>
            <a:ext cx="3436560" cy="360"/>
          </a:xfrm>
          <a:prstGeom prst="straightConnector1">
            <a:avLst/>
          </a:prstGeom>
          <a:ln w="38100">
            <a:solidFill>
              <a:srgbClr val="dfa267"/>
            </a:solidFill>
            <a:miter/>
          </a:ln>
        </p:spPr>
      </p:cxnSp>
      <p:sp>
        <p:nvSpPr>
          <p:cNvPr id="123" name="Google Shape;46;p43"/>
          <p:cNvSpPr/>
          <p:nvPr/>
        </p:nvSpPr>
        <p:spPr>
          <a:xfrm>
            <a:off x="3370320" y="1965240"/>
            <a:ext cx="2344320" cy="5788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3200" spc="-1" strike="noStrike">
                <a:solidFill>
                  <a:srgbClr val="f4b350"/>
                </a:solidFill>
                <a:latin typeface="Calibri"/>
                <a:ea typeface="Calibri"/>
              </a:rPr>
              <a:t>THANK YOU</a:t>
            </a:r>
            <a:endParaRPr b="0" lang="en-US" sz="3200" spc="-1" strike="noStrike">
              <a:solidFill>
                <a:srgbClr val="000000"/>
              </a:solidFill>
              <a:latin typeface="Arial"/>
            </a:endParaRPr>
          </a:p>
        </p:txBody>
      </p:sp>
      <p:sp>
        <p:nvSpPr>
          <p:cNvPr id="124" name="Google Shape;47;p43"/>
          <p:cNvSpPr/>
          <p:nvPr/>
        </p:nvSpPr>
        <p:spPr>
          <a:xfrm>
            <a:off x="3440880" y="2890440"/>
            <a:ext cx="5622480" cy="10666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chemeClr val="dk1"/>
                </a:solidFill>
                <a:latin typeface="Calibri"/>
                <a:ea typeface="Calibri"/>
              </a:rPr>
              <a:t>Dr. H. L. Phalachandra</a:t>
            </a:r>
            <a:endParaRPr b="0" lang="en-US" sz="2400" spc="-1" strike="noStrike">
              <a:solidFill>
                <a:srgbClr val="000000"/>
              </a:solidFill>
              <a:latin typeface="Arial"/>
            </a:endParaRPr>
          </a:p>
          <a:p>
            <a:pPr>
              <a:lnSpc>
                <a:spcPct val="100000"/>
              </a:lnSpc>
              <a:tabLst>
                <a:tab algn="l" pos="0"/>
              </a:tabLst>
            </a:pPr>
            <a:r>
              <a:rPr b="0" lang="en-US" sz="2000" spc="-1" strike="noStrike">
                <a:solidFill>
                  <a:schemeClr val="dk1"/>
                </a:solidFill>
                <a:latin typeface="Calibri"/>
                <a:ea typeface="Calibri"/>
              </a:rPr>
              <a:t>Department of Computer Science and Engineering</a:t>
            </a:r>
            <a:endParaRPr b="0" lang="en-US" sz="2000" spc="-1" strike="noStrike">
              <a:solidFill>
                <a:srgbClr val="000000"/>
              </a:solidFill>
              <a:latin typeface="Arial"/>
            </a:endParaRPr>
          </a:p>
          <a:p>
            <a:pPr>
              <a:lnSpc>
                <a:spcPct val="100000"/>
              </a:lnSpc>
              <a:tabLst>
                <a:tab algn="l" pos="0"/>
              </a:tabLst>
            </a:pPr>
            <a:r>
              <a:rPr b="0" lang="en-US" sz="2000" spc="-1" strike="noStrike" u="sng">
                <a:solidFill>
                  <a:schemeClr val="dk1"/>
                </a:solidFill>
                <a:uFillTx/>
                <a:latin typeface="Calibri"/>
                <a:ea typeface="Calibri"/>
                <a:hlinkClick r:id="rId3"/>
              </a:rPr>
              <a:t>phalachandra@pes.edu</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4"/>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5" name="PlaceHolder 1"/>
          <p:cNvSpPr>
            <a:spLocks noGrp="1"/>
          </p:cNvSpPr>
          <p:nvPr>
            <p:ph type="title"/>
          </p:nvPr>
        </p:nvSpPr>
        <p:spPr>
          <a:xfrm>
            <a:off x="630000" y="365040"/>
            <a:ext cx="788652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26" name="PlaceHolder 2"/>
          <p:cNvSpPr>
            <a:spLocks noGrp="1"/>
          </p:cNvSpPr>
          <p:nvPr>
            <p:ph type="body"/>
          </p:nvPr>
        </p:nvSpPr>
        <p:spPr>
          <a:xfrm>
            <a:off x="630000" y="1681200"/>
            <a:ext cx="3867840" cy="823680"/>
          </a:xfrm>
          <a:prstGeom prst="rect">
            <a:avLst/>
          </a:prstGeom>
          <a:noFill/>
          <a:ln w="0">
            <a:noFill/>
          </a:ln>
        </p:spPr>
        <p:txBody>
          <a:bodyPr lIns="91440" rIns="91440" tIns="45720" bIns="45720" anchor="b">
            <a:normAutofit fontScale="12495"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127" name="PlaceHolder 3"/>
          <p:cNvSpPr>
            <a:spLocks noGrp="1"/>
          </p:cNvSpPr>
          <p:nvPr>
            <p:ph type="body"/>
          </p:nvPr>
        </p:nvSpPr>
        <p:spPr>
          <a:xfrm>
            <a:off x="630000" y="2505240"/>
            <a:ext cx="3867840" cy="3684240"/>
          </a:xfrm>
          <a:prstGeom prst="rect">
            <a:avLst/>
          </a:prstGeom>
          <a:noFill/>
          <a:ln w="0">
            <a:noFill/>
          </a:ln>
        </p:spPr>
        <p:txBody>
          <a:bodyPr lIns="91440" rIns="91440" tIns="45720" bIns="45720" anchor="t">
            <a:normAutofit fontScale="56058"/>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128" name="PlaceHolder 4"/>
          <p:cNvSpPr>
            <a:spLocks noGrp="1"/>
          </p:cNvSpPr>
          <p:nvPr>
            <p:ph type="body"/>
          </p:nvPr>
        </p:nvSpPr>
        <p:spPr>
          <a:xfrm>
            <a:off x="4629240" y="1681200"/>
            <a:ext cx="3886920" cy="823680"/>
          </a:xfrm>
          <a:prstGeom prst="rect">
            <a:avLst/>
          </a:prstGeom>
          <a:noFill/>
          <a:ln w="0">
            <a:noFill/>
          </a:ln>
        </p:spPr>
        <p:txBody>
          <a:bodyPr lIns="91440" rIns="91440" tIns="45720" bIns="45720" anchor="b">
            <a:normAutofit fontScale="12495"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129" name="PlaceHolder 5"/>
          <p:cNvSpPr>
            <a:spLocks noGrp="1"/>
          </p:cNvSpPr>
          <p:nvPr>
            <p:ph type="body"/>
          </p:nvPr>
        </p:nvSpPr>
        <p:spPr>
          <a:xfrm>
            <a:off x="4629240" y="2505240"/>
            <a:ext cx="3886920" cy="3684240"/>
          </a:xfrm>
          <a:prstGeom prst="rect">
            <a:avLst/>
          </a:prstGeom>
          <a:noFill/>
          <a:ln w="0">
            <a:noFill/>
          </a:ln>
        </p:spPr>
        <p:txBody>
          <a:bodyPr lIns="91440" rIns="91440" tIns="45720" bIns="45720" anchor="t">
            <a:normAutofit fontScale="56058"/>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130" name="PlaceHolder 6"/>
          <p:cNvSpPr>
            <a:spLocks noGrp="1"/>
          </p:cNvSpPr>
          <p:nvPr>
            <p:ph type="dt" idx="54"/>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1" name="PlaceHolder 7"/>
          <p:cNvSpPr>
            <a:spLocks noGrp="1"/>
          </p:cNvSpPr>
          <p:nvPr>
            <p:ph type="ftr" idx="55"/>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2" name="PlaceHolder 8"/>
          <p:cNvSpPr>
            <a:spLocks noGrp="1"/>
          </p:cNvSpPr>
          <p:nvPr>
            <p:ph type="sldNum" idx="56"/>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265E4B4A-633B-4E93-8272-B268B34C0E09}"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3" name="PlaceHolder 1"/>
          <p:cNvSpPr>
            <a:spLocks noGrp="1"/>
          </p:cNvSpPr>
          <p:nvPr>
            <p:ph type="dt" idx="57"/>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4" name="PlaceHolder 2"/>
          <p:cNvSpPr>
            <a:spLocks noGrp="1"/>
          </p:cNvSpPr>
          <p:nvPr>
            <p:ph type="ftr" idx="58"/>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5" name="PlaceHolder 3"/>
          <p:cNvSpPr>
            <a:spLocks noGrp="1"/>
          </p:cNvSpPr>
          <p:nvPr>
            <p:ph type="sldNum" idx="59"/>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6763B692-8A46-43D4-9B8C-408F11F6E41D}"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pic>
        <p:nvPicPr>
          <p:cNvPr id="136" name="Google Shape;61;p45" descr=""/>
          <p:cNvPicPr/>
          <p:nvPr/>
        </p:nvPicPr>
        <p:blipFill>
          <a:blip r:embed="rId2"/>
          <a:stretch/>
        </p:blipFill>
        <p:spPr>
          <a:xfrm>
            <a:off x="8305560" y="136440"/>
            <a:ext cx="699120" cy="14018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9" r:id="rId3"/>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7" name="PlaceHolder 1"/>
          <p:cNvSpPr>
            <a:spLocks noGrp="1"/>
          </p:cNvSpPr>
          <p:nvPr>
            <p:ph type="title"/>
          </p:nvPr>
        </p:nvSpPr>
        <p:spPr>
          <a:xfrm>
            <a:off x="630000" y="457200"/>
            <a:ext cx="2948760" cy="1599840"/>
          </a:xfrm>
          <a:prstGeom prst="rect">
            <a:avLst/>
          </a:prstGeom>
          <a:noFill/>
          <a:ln w="0">
            <a:noFill/>
          </a:ln>
        </p:spPr>
        <p:txBody>
          <a:bodyPr lIns="91440" rIns="91440" tIns="45720" bIns="45720" anchor="b">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138" name="PlaceHolder 2"/>
          <p:cNvSpPr>
            <a:spLocks noGrp="1"/>
          </p:cNvSpPr>
          <p:nvPr>
            <p:ph type="body"/>
          </p:nvPr>
        </p:nvSpPr>
        <p:spPr>
          <a:xfrm>
            <a:off x="3887280" y="987480"/>
            <a:ext cx="4628880" cy="4873320"/>
          </a:xfrm>
          <a:prstGeom prst="rect">
            <a:avLst/>
          </a:prstGeom>
          <a:noFill/>
          <a:ln w="0">
            <a:noFill/>
          </a:ln>
        </p:spPr>
        <p:txBody>
          <a:bodyPr lIns="91440" rIns="91440" tIns="45720" bIns="45720" anchor="t">
            <a:normAutofit fontScale="74992" lnSpcReduction="10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139" name="PlaceHolder 3"/>
          <p:cNvSpPr>
            <a:spLocks noGrp="1"/>
          </p:cNvSpPr>
          <p:nvPr>
            <p:ph type="body"/>
          </p:nvPr>
        </p:nvSpPr>
        <p:spPr>
          <a:xfrm>
            <a:off x="630000" y="2057400"/>
            <a:ext cx="2948760" cy="3811320"/>
          </a:xfrm>
          <a:prstGeom prst="rect">
            <a:avLst/>
          </a:prstGeom>
          <a:noFill/>
          <a:ln w="0">
            <a:noFill/>
          </a:ln>
        </p:spPr>
        <p:txBody>
          <a:bodyPr lIns="91440" rIns="91440" tIns="45720" bIns="45720" anchor="t">
            <a:normAutofit fontScale="49413" lnSpcReduction="20000"/>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140" name="PlaceHolder 4"/>
          <p:cNvSpPr>
            <a:spLocks noGrp="1"/>
          </p:cNvSpPr>
          <p:nvPr>
            <p:ph type="dt" idx="60"/>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41" name="PlaceHolder 5"/>
          <p:cNvSpPr>
            <a:spLocks noGrp="1"/>
          </p:cNvSpPr>
          <p:nvPr>
            <p:ph type="ftr" idx="61"/>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2" name="PlaceHolder 6"/>
          <p:cNvSpPr>
            <a:spLocks noGrp="1"/>
          </p:cNvSpPr>
          <p:nvPr>
            <p:ph type="sldNum" idx="62"/>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263B11FB-6525-4CBF-8B4F-BCD15AFD271A}"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3" name="PlaceHolder 1"/>
          <p:cNvSpPr>
            <a:spLocks noGrp="1"/>
          </p:cNvSpPr>
          <p:nvPr>
            <p:ph type="title"/>
          </p:nvPr>
        </p:nvSpPr>
        <p:spPr>
          <a:xfrm>
            <a:off x="630000" y="457200"/>
            <a:ext cx="2948760" cy="1599840"/>
          </a:xfrm>
          <a:prstGeom prst="rect">
            <a:avLst/>
          </a:prstGeom>
          <a:noFill/>
          <a:ln w="0">
            <a:noFill/>
          </a:ln>
        </p:spPr>
        <p:txBody>
          <a:bodyPr lIns="91440" rIns="91440" tIns="45720" bIns="45720" anchor="b">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144" name="PlaceHolder 2"/>
          <p:cNvSpPr>
            <a:spLocks noGrp="1"/>
          </p:cNvSpPr>
          <p:nvPr>
            <p:ph type="body"/>
          </p:nvPr>
        </p:nvSpPr>
        <p:spPr>
          <a:xfrm>
            <a:off x="3887280" y="987480"/>
            <a:ext cx="4628880" cy="487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5" name="PlaceHolder 3"/>
          <p:cNvSpPr>
            <a:spLocks noGrp="1"/>
          </p:cNvSpPr>
          <p:nvPr>
            <p:ph type="body"/>
          </p:nvPr>
        </p:nvSpPr>
        <p:spPr>
          <a:xfrm>
            <a:off x="630000" y="2057400"/>
            <a:ext cx="2948760" cy="3811320"/>
          </a:xfrm>
          <a:prstGeom prst="rect">
            <a:avLst/>
          </a:prstGeom>
          <a:noFill/>
          <a:ln w="0">
            <a:noFill/>
          </a:ln>
        </p:spPr>
        <p:txBody>
          <a:bodyPr lIns="91440" rIns="91440" tIns="45720" bIns="45720" anchor="t">
            <a:normAutofit fontScale="49413" lnSpcReduction="20000"/>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146" name="PlaceHolder 4"/>
          <p:cNvSpPr>
            <a:spLocks noGrp="1"/>
          </p:cNvSpPr>
          <p:nvPr>
            <p:ph type="dt" idx="63"/>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47" name="PlaceHolder 5"/>
          <p:cNvSpPr>
            <a:spLocks noGrp="1"/>
          </p:cNvSpPr>
          <p:nvPr>
            <p:ph type="ftr" idx="64"/>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8" name="PlaceHolder 6"/>
          <p:cNvSpPr>
            <a:spLocks noGrp="1"/>
          </p:cNvSpPr>
          <p:nvPr>
            <p:ph type="sldNum" idx="65"/>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3681B359-4C04-43C5-9C9A-0FBC1400F028}"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9"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50" name="PlaceHolder 2"/>
          <p:cNvSpPr>
            <a:spLocks noGrp="1"/>
          </p:cNvSpPr>
          <p:nvPr>
            <p:ph type="body"/>
          </p:nvPr>
        </p:nvSpPr>
        <p:spPr>
          <a:xfrm rot="5400000">
            <a:off x="2396520" y="57600"/>
            <a:ext cx="4350960" cy="7886520"/>
          </a:xfrm>
          <a:prstGeom prst="rect">
            <a:avLst/>
          </a:prstGeom>
          <a:noFill/>
          <a:ln w="0">
            <a:noFill/>
          </a:ln>
        </p:spPr>
        <p:txBody>
          <a:bodyPr lIns="91440" rIns="91440" tIns="45720" bIns="45720" anchor="t">
            <a:normAutofit fontScale="74983"/>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151" name="PlaceHolder 3"/>
          <p:cNvSpPr>
            <a:spLocks noGrp="1"/>
          </p:cNvSpPr>
          <p:nvPr>
            <p:ph type="dt" idx="66"/>
          </p:nvPr>
        </p:nvSpPr>
        <p:spPr>
          <a:xfrm>
            <a:off x="628560" y="6356520"/>
            <a:ext cx="20570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52" name="PlaceHolder 4"/>
          <p:cNvSpPr>
            <a:spLocks noGrp="1"/>
          </p:cNvSpPr>
          <p:nvPr>
            <p:ph type="ftr" idx="67"/>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3" name="PlaceHolder 5"/>
          <p:cNvSpPr>
            <a:spLocks noGrp="1"/>
          </p:cNvSpPr>
          <p:nvPr>
            <p:ph type="sldNum" idx="68"/>
          </p:nvPr>
        </p:nvSpPr>
        <p:spPr>
          <a:xfrm>
            <a:off x="6458040" y="6356520"/>
            <a:ext cx="20570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A298DF58-B5CC-40A5-B160-29B73C9DCD34}"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0" name="Google Shape;188;p2"/>
          <p:cNvGrpSpPr/>
          <p:nvPr/>
        </p:nvGrpSpPr>
        <p:grpSpPr>
          <a:xfrm>
            <a:off x="235800" y="4974840"/>
            <a:ext cx="799920" cy="807840"/>
            <a:chOff x="235800" y="4974840"/>
            <a:chExt cx="799920" cy="807840"/>
          </a:xfrm>
        </p:grpSpPr>
        <p:sp>
          <p:nvSpPr>
            <p:cNvPr id="161" name="Google Shape;189;p2"/>
            <p:cNvSpPr/>
            <p:nvPr/>
          </p:nvSpPr>
          <p:spPr>
            <a:xfrm rot="5400000">
              <a:off x="618840" y="5365800"/>
              <a:ext cx="33840" cy="79992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162" name="Google Shape;190;p2"/>
            <p:cNvSpPr/>
            <p:nvPr/>
          </p:nvSpPr>
          <p:spPr>
            <a:xfrm rot="10800000">
              <a:off x="235800" y="4974840"/>
              <a:ext cx="33840" cy="79992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grpSp>
      <p:cxnSp>
        <p:nvCxnSpPr>
          <p:cNvPr id="163" name="Google Shape;191;p2"/>
          <p:cNvCxnSpPr/>
          <p:nvPr/>
        </p:nvCxnSpPr>
        <p:spPr>
          <a:xfrm>
            <a:off x="3734640" y="3397320"/>
            <a:ext cx="3436560" cy="360"/>
          </a:xfrm>
          <a:prstGeom prst="straightConnector1">
            <a:avLst/>
          </a:prstGeom>
          <a:ln w="38100">
            <a:solidFill>
              <a:srgbClr val="c55a11"/>
            </a:solidFill>
            <a:miter/>
          </a:ln>
        </p:spPr>
      </p:cxnSp>
      <p:grpSp>
        <p:nvGrpSpPr>
          <p:cNvPr id="164" name="Google Shape;192;p2"/>
          <p:cNvGrpSpPr/>
          <p:nvPr/>
        </p:nvGrpSpPr>
        <p:grpSpPr>
          <a:xfrm>
            <a:off x="8162280" y="1027080"/>
            <a:ext cx="799920" cy="807840"/>
            <a:chOff x="8162280" y="1027080"/>
            <a:chExt cx="799920" cy="807840"/>
          </a:xfrm>
        </p:grpSpPr>
        <p:sp>
          <p:nvSpPr>
            <p:cNvPr id="165" name="Google Shape;193;p2"/>
            <p:cNvSpPr/>
            <p:nvPr/>
          </p:nvSpPr>
          <p:spPr>
            <a:xfrm rot="16200000">
              <a:off x="8545320" y="644040"/>
              <a:ext cx="33840" cy="79992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166" name="Google Shape;194;p2"/>
            <p:cNvSpPr/>
            <p:nvPr/>
          </p:nvSpPr>
          <p:spPr>
            <a:xfrm>
              <a:off x="8928360" y="1035000"/>
              <a:ext cx="33840" cy="79992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grpSp>
      <p:sp>
        <p:nvSpPr>
          <p:cNvPr id="167" name="Google Shape;195;p2"/>
          <p:cNvSpPr/>
          <p:nvPr/>
        </p:nvSpPr>
        <p:spPr>
          <a:xfrm>
            <a:off x="2518920" y="2311200"/>
            <a:ext cx="6409080" cy="89172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1" lang="en-US" sz="2700" spc="-1" strike="noStrike">
                <a:solidFill>
                  <a:srgbClr val="c55a11"/>
                </a:solidFill>
                <a:latin typeface="Times New Roman"/>
                <a:ea typeface="Times New Roman"/>
              </a:rPr>
              <a:t>UE23CS352B - Object Oriented Analysis and Design </a:t>
            </a:r>
            <a:endParaRPr b="0" lang="en-US" sz="2700" spc="-1" strike="noStrike">
              <a:solidFill>
                <a:srgbClr val="000000"/>
              </a:solidFill>
              <a:latin typeface="Arial"/>
            </a:endParaRPr>
          </a:p>
        </p:txBody>
      </p:sp>
      <p:pic>
        <p:nvPicPr>
          <p:cNvPr id="168" name="Google Shape;196;p2" descr="https://lh7-rt.googleusercontent.com/slidesz/AGV_vUfTyFw7WSX9KjaO-w1Rw9d4JRvVdmmfjkmlozulmt3QTqBh9ZxkKZqWVSOL6A0uLppCXIGMj-AK-nArlVJP-7sEU1L0BpmI1S4SGeApMn7CqgdAfgg8nW-E0bt-g7CVWEBjHfNOJLmBMvme8ah0xQ=s2048?key=90YWuivvAQe76yp95CsInCkp"/>
          <p:cNvPicPr/>
          <p:nvPr/>
        </p:nvPicPr>
        <p:blipFill>
          <a:blip r:embed="rId1"/>
          <a:stretch/>
        </p:blipFill>
        <p:spPr>
          <a:xfrm>
            <a:off x="700920" y="1924920"/>
            <a:ext cx="1590120" cy="2944440"/>
          </a:xfrm>
          <a:prstGeom prst="rect">
            <a:avLst/>
          </a:prstGeom>
          <a:ln w="0">
            <a:noFill/>
          </a:ln>
        </p:spPr>
      </p:pic>
      <p:sp>
        <p:nvSpPr>
          <p:cNvPr id="169" name="Google Shape;197;p2"/>
          <p:cNvSpPr/>
          <p:nvPr/>
        </p:nvSpPr>
        <p:spPr>
          <a:xfrm>
            <a:off x="4047480" y="3793680"/>
            <a:ext cx="4707720" cy="89100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en-US" sz="1800" spc="-1" strike="noStrike">
                <a:solidFill>
                  <a:schemeClr val="dk1"/>
                </a:solidFill>
                <a:latin typeface="Times New Roman"/>
                <a:ea typeface="Times New Roman"/>
              </a:rPr>
              <a:t>Dr. R. Nandhi Kesavan</a:t>
            </a:r>
            <a:endParaRPr b="0" lang="en-US" sz="1800" spc="-1" strike="noStrike">
              <a:solidFill>
                <a:srgbClr val="000000"/>
              </a:solidFill>
              <a:latin typeface="Arial"/>
            </a:endParaRPr>
          </a:p>
          <a:p>
            <a:pPr>
              <a:lnSpc>
                <a:spcPct val="100000"/>
              </a:lnSpc>
              <a:tabLst>
                <a:tab algn="l" pos="0"/>
              </a:tabLst>
            </a:pPr>
            <a:r>
              <a:rPr b="1" lang="en-US" sz="1800" spc="-1" strike="noStrike">
                <a:solidFill>
                  <a:schemeClr val="dk1"/>
                </a:solidFill>
                <a:latin typeface="Times New Roman"/>
                <a:ea typeface="Times New Roman"/>
              </a:rPr>
              <a:t>Computer Science and Engineering</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70" name="Google Shape;203;p91"/>
          <p:cNvCxnSpPr/>
          <p:nvPr/>
        </p:nvCxnSpPr>
        <p:spPr>
          <a:xfrm>
            <a:off x="0" y="1190880"/>
            <a:ext cx="8082360" cy="360"/>
          </a:xfrm>
          <a:prstGeom prst="straightConnector1">
            <a:avLst/>
          </a:prstGeom>
          <a:ln w="38100">
            <a:solidFill>
              <a:srgbClr val="c55a11"/>
            </a:solidFill>
            <a:miter/>
          </a:ln>
        </p:spPr>
      </p:cxnSp>
      <p:sp>
        <p:nvSpPr>
          <p:cNvPr id="171" name="Google Shape;204;p91"/>
          <p:cNvSpPr/>
          <p:nvPr/>
        </p:nvSpPr>
        <p:spPr>
          <a:xfrm>
            <a:off x="-24480" y="696600"/>
            <a:ext cx="8406360" cy="5180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800" spc="-1" strike="noStrike">
                <a:solidFill>
                  <a:srgbClr val="c55a11"/>
                </a:solidFill>
                <a:latin typeface="Calibri"/>
                <a:ea typeface="Calibri"/>
              </a:rPr>
              <a:t>Scenario-based exercise to apply each SOLID principle</a:t>
            </a:r>
            <a:endParaRPr b="0" lang="en-US" sz="2800" spc="-1" strike="noStrike">
              <a:solidFill>
                <a:srgbClr val="000000"/>
              </a:solidFill>
              <a:latin typeface="Arial"/>
            </a:endParaRPr>
          </a:p>
        </p:txBody>
      </p:sp>
      <p:sp>
        <p:nvSpPr>
          <p:cNvPr id="172" name="Google Shape;205;p91"/>
          <p:cNvSpPr/>
          <p:nvPr/>
        </p:nvSpPr>
        <p:spPr>
          <a:xfrm>
            <a:off x="285120" y="236520"/>
            <a:ext cx="703944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173" name="Google Shape;206;p91" descr=""/>
          <p:cNvPicPr/>
          <p:nvPr/>
        </p:nvPicPr>
        <p:blipFill>
          <a:blip r:embed="rId1"/>
          <a:stretch/>
        </p:blipFill>
        <p:spPr>
          <a:xfrm>
            <a:off x="8382240" y="0"/>
            <a:ext cx="755280" cy="1288080"/>
          </a:xfrm>
          <a:prstGeom prst="rect">
            <a:avLst/>
          </a:prstGeom>
          <a:ln w="0">
            <a:noFill/>
          </a:ln>
        </p:spPr>
      </p:pic>
      <p:sp>
        <p:nvSpPr>
          <p:cNvPr id="174" name="Google Shape;207;p91"/>
          <p:cNvSpPr/>
          <p:nvPr/>
        </p:nvSpPr>
        <p:spPr>
          <a:xfrm>
            <a:off x="150120" y="1526040"/>
            <a:ext cx="8232120" cy="4752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3200" spc="-1" strike="noStrike">
                <a:solidFill>
                  <a:srgbClr val="000000"/>
                </a:solidFill>
                <a:latin typeface="Arial"/>
                <a:ea typeface="Arial"/>
              </a:rPr>
              <a:t>Online Food ordering</a:t>
            </a:r>
            <a:endParaRPr b="0" lang="en-US" sz="3200" spc="-1" strike="noStrike">
              <a:solidFill>
                <a:srgbClr val="000000"/>
              </a:solidFill>
              <a:latin typeface="Arial"/>
            </a:endParaRPr>
          </a:p>
          <a:p>
            <a:pPr>
              <a:lnSpc>
                <a:spcPct val="100000"/>
              </a:lnSpc>
              <a:tabLst>
                <a:tab algn="l" pos="0"/>
              </a:tabLst>
            </a:pPr>
            <a:endParaRPr b="0" lang="en-US" sz="2000" spc="-1" strike="noStrike">
              <a:solidFill>
                <a:srgbClr val="000000"/>
              </a:solidFill>
              <a:latin typeface="Arial"/>
            </a:endParaRPr>
          </a:p>
          <a:p>
            <a:pPr marL="343080" indent="-343080" algn="just">
              <a:lnSpc>
                <a:spcPct val="150000"/>
              </a:lnSpc>
              <a:buClr>
                <a:srgbClr val="000000"/>
              </a:buClr>
              <a:buFont typeface="Arial"/>
              <a:buChar char="•"/>
              <a:tabLst>
                <a:tab algn="l" pos="0"/>
              </a:tabLst>
            </a:pPr>
            <a:r>
              <a:rPr b="0" lang="en-US" sz="2100" spc="-1" strike="noStrike">
                <a:solidFill>
                  <a:srgbClr val="000000"/>
                </a:solidFill>
                <a:latin typeface="Arial"/>
                <a:ea typeface="Arial"/>
              </a:rPr>
              <a:t>A food delivery platform allows users to </a:t>
            </a:r>
            <a:r>
              <a:rPr b="1" lang="en-US" sz="2100" spc="-1" strike="noStrike">
                <a:solidFill>
                  <a:srgbClr val="000000"/>
                </a:solidFill>
                <a:latin typeface="Arial"/>
                <a:ea typeface="Arial"/>
              </a:rPr>
              <a:t>order food online</a:t>
            </a:r>
            <a:r>
              <a:rPr b="0" lang="en-US" sz="2100" spc="-1" strike="noStrike">
                <a:solidFill>
                  <a:srgbClr val="000000"/>
                </a:solidFill>
                <a:latin typeface="Arial"/>
                <a:ea typeface="Arial"/>
              </a:rPr>
              <a:t> from multiple restaurants. It includes the following key features:</a:t>
            </a:r>
            <a:endParaRPr b="0" lang="en-US" sz="2100" spc="-1" strike="noStrike">
              <a:solidFill>
                <a:srgbClr val="000000"/>
              </a:solidFill>
              <a:latin typeface="Arial"/>
            </a:endParaRPr>
          </a:p>
          <a:p>
            <a:pPr marL="343080" indent="-343080" algn="just">
              <a:lnSpc>
                <a:spcPct val="150000"/>
              </a:lnSpc>
              <a:buClr>
                <a:srgbClr val="000000"/>
              </a:buClr>
              <a:buFont typeface="Arial"/>
              <a:buChar char="•"/>
              <a:tabLst>
                <a:tab algn="l" pos="0"/>
              </a:tabLst>
            </a:pPr>
            <a:endParaRPr b="0" lang="en-US" sz="2100" spc="-1" strike="noStrike">
              <a:solidFill>
                <a:srgbClr val="000000"/>
              </a:solidFill>
              <a:latin typeface="Arial"/>
            </a:endParaRPr>
          </a:p>
          <a:p>
            <a:pPr lvl="7" marL="285840" indent="-285840">
              <a:lnSpc>
                <a:spcPct val="150000"/>
              </a:lnSpc>
              <a:buClr>
                <a:srgbClr val="000000"/>
              </a:buClr>
              <a:buFont typeface="Noto Sans Symbols"/>
              <a:buChar char="❑"/>
              <a:tabLst>
                <a:tab algn="l" pos="0"/>
              </a:tabLst>
            </a:pPr>
            <a:r>
              <a:rPr b="1" lang="en-US" sz="1800" spc="-1" strike="noStrike">
                <a:solidFill>
                  <a:srgbClr val="000000"/>
                </a:solidFill>
                <a:latin typeface="Arial"/>
                <a:ea typeface="Arial"/>
              </a:rPr>
              <a:t>User Management</a:t>
            </a:r>
            <a:r>
              <a:rPr b="0" lang="en-US" sz="1800" spc="-1" strike="noStrike">
                <a:solidFill>
                  <a:srgbClr val="000000"/>
                </a:solidFill>
                <a:latin typeface="Arial"/>
                <a:ea typeface="Arial"/>
              </a:rPr>
              <a:t> (Register/Login, Address Management)</a:t>
            </a:r>
            <a:endParaRPr b="0" lang="en-US" sz="1800" spc="-1" strike="noStrike">
              <a:solidFill>
                <a:srgbClr val="000000"/>
              </a:solidFill>
              <a:latin typeface="Arial"/>
            </a:endParaRPr>
          </a:p>
          <a:p>
            <a:pPr lvl="7" marL="285840" indent="-285840">
              <a:lnSpc>
                <a:spcPct val="150000"/>
              </a:lnSpc>
              <a:buClr>
                <a:srgbClr val="000000"/>
              </a:buClr>
              <a:buFont typeface="Noto Sans Symbols"/>
              <a:buChar char="❑"/>
              <a:tabLst>
                <a:tab algn="l" pos="0"/>
              </a:tabLst>
            </a:pPr>
            <a:r>
              <a:rPr b="1" lang="en-US" sz="1800" spc="-1" strike="noStrike">
                <a:solidFill>
                  <a:srgbClr val="000000"/>
                </a:solidFill>
                <a:latin typeface="Arial"/>
                <a:ea typeface="Arial"/>
              </a:rPr>
              <a:t>Restaurant Management</a:t>
            </a:r>
            <a:r>
              <a:rPr b="0" lang="en-US" sz="1800" spc="-1" strike="noStrike">
                <a:solidFill>
                  <a:srgbClr val="000000"/>
                </a:solidFill>
                <a:latin typeface="Arial"/>
                <a:ea typeface="Arial"/>
              </a:rPr>
              <a:t> (Menu, Pricing, Availability)</a:t>
            </a:r>
            <a:endParaRPr b="0" lang="en-US" sz="1800" spc="-1" strike="noStrike">
              <a:solidFill>
                <a:srgbClr val="000000"/>
              </a:solidFill>
              <a:latin typeface="Arial"/>
            </a:endParaRPr>
          </a:p>
          <a:p>
            <a:pPr lvl="7" marL="285840" indent="-285840">
              <a:lnSpc>
                <a:spcPct val="150000"/>
              </a:lnSpc>
              <a:buClr>
                <a:srgbClr val="000000"/>
              </a:buClr>
              <a:buFont typeface="Noto Sans Symbols"/>
              <a:buChar char="❑"/>
              <a:tabLst>
                <a:tab algn="l" pos="0"/>
              </a:tabLst>
            </a:pPr>
            <a:r>
              <a:rPr b="1" lang="en-US" sz="1800" spc="-1" strike="noStrike">
                <a:solidFill>
                  <a:srgbClr val="000000"/>
                </a:solidFill>
                <a:latin typeface="Arial"/>
                <a:ea typeface="Arial"/>
              </a:rPr>
              <a:t>Order Processing</a:t>
            </a:r>
            <a:r>
              <a:rPr b="0" lang="en-US" sz="1800" spc="-1" strike="noStrike">
                <a:solidFill>
                  <a:srgbClr val="000000"/>
                </a:solidFill>
                <a:latin typeface="Arial"/>
                <a:ea typeface="Arial"/>
              </a:rPr>
              <a:t> (Order Placement, Payment, Delivery Tracking)</a:t>
            </a:r>
            <a:endParaRPr b="0" lang="en-US" sz="1800" spc="-1" strike="noStrike">
              <a:solidFill>
                <a:srgbClr val="000000"/>
              </a:solidFill>
              <a:latin typeface="Arial"/>
            </a:endParaRPr>
          </a:p>
          <a:p>
            <a:pPr lvl="7" marL="285840" indent="-285840">
              <a:lnSpc>
                <a:spcPct val="150000"/>
              </a:lnSpc>
              <a:buClr>
                <a:srgbClr val="000000"/>
              </a:buClr>
              <a:buFont typeface="Noto Sans Symbols"/>
              <a:buChar char="❑"/>
              <a:tabLst>
                <a:tab algn="l" pos="0"/>
              </a:tabLst>
            </a:pPr>
            <a:endParaRPr b="0" lang="en-US" sz="1800" spc="-1" strike="noStrike">
              <a:solidFill>
                <a:srgbClr val="000000"/>
              </a:solidFill>
              <a:latin typeface="Arial"/>
            </a:endParaRPr>
          </a:p>
          <a:p>
            <a:pPr marL="343080" indent="-343080" algn="just">
              <a:lnSpc>
                <a:spcPct val="150000"/>
              </a:lnSpc>
              <a:buClr>
                <a:srgbClr val="000000"/>
              </a:buClr>
              <a:buFont typeface="Arial"/>
              <a:buChar char="•"/>
              <a:tabLst>
                <a:tab algn="l" pos="0"/>
              </a:tabLst>
            </a:pPr>
            <a:r>
              <a:rPr b="0" lang="en-US" sz="2100" spc="-1" strike="noStrike">
                <a:solidFill>
                  <a:srgbClr val="000000"/>
                </a:solidFill>
                <a:latin typeface="Arial"/>
                <a:ea typeface="Arial"/>
              </a:rPr>
              <a:t>Now, let's </a:t>
            </a:r>
            <a:r>
              <a:rPr b="1" lang="en-US" sz="2100" spc="-1" strike="noStrike">
                <a:solidFill>
                  <a:srgbClr val="000000"/>
                </a:solidFill>
                <a:latin typeface="Arial"/>
                <a:ea typeface="Arial"/>
              </a:rPr>
              <a:t>apply each SOLID principle</a:t>
            </a:r>
            <a:r>
              <a:rPr b="0" lang="en-US" sz="2100" spc="-1" strike="noStrike">
                <a:solidFill>
                  <a:srgbClr val="000000"/>
                </a:solidFill>
                <a:latin typeface="Arial"/>
                <a:ea typeface="Arial"/>
              </a:rPr>
              <a:t> to design the system.</a:t>
            </a:r>
            <a:endParaRPr b="0" lang="en-US" sz="2100" spc="-1" strike="noStrike">
              <a:solidFill>
                <a:srgbClr val="000000"/>
              </a:solidFill>
              <a:latin typeface="Arial"/>
            </a:endParaRPr>
          </a:p>
          <a:p>
            <a:pPr marL="343080" indent="-216000">
              <a:lnSpc>
                <a:spcPct val="100000"/>
              </a:lnSpc>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75" name="Google Shape;213;p3"/>
          <p:cNvCxnSpPr/>
          <p:nvPr/>
        </p:nvCxnSpPr>
        <p:spPr>
          <a:xfrm>
            <a:off x="0" y="1190880"/>
            <a:ext cx="6225120" cy="360"/>
          </a:xfrm>
          <a:prstGeom prst="straightConnector1">
            <a:avLst/>
          </a:prstGeom>
          <a:ln w="38100">
            <a:solidFill>
              <a:srgbClr val="c55a11"/>
            </a:solidFill>
            <a:miter/>
          </a:ln>
        </p:spPr>
      </p:cxnSp>
      <p:sp>
        <p:nvSpPr>
          <p:cNvPr id="176" name="Google Shape;214;p3"/>
          <p:cNvSpPr/>
          <p:nvPr/>
        </p:nvSpPr>
        <p:spPr>
          <a:xfrm>
            <a:off x="285120" y="236520"/>
            <a:ext cx="703944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a:t>
            </a:r>
            <a:endParaRPr b="0" lang="en-US" sz="2400" spc="-1" strike="noStrike">
              <a:solidFill>
                <a:srgbClr val="000000"/>
              </a:solidFill>
              <a:latin typeface="Arial"/>
            </a:endParaRPr>
          </a:p>
        </p:txBody>
      </p:sp>
      <p:pic>
        <p:nvPicPr>
          <p:cNvPr id="177" name="Google Shape;215;p3" descr=""/>
          <p:cNvPicPr/>
          <p:nvPr/>
        </p:nvPicPr>
        <p:blipFill>
          <a:blip r:embed="rId1"/>
          <a:stretch/>
        </p:blipFill>
        <p:spPr>
          <a:xfrm>
            <a:off x="8382240" y="0"/>
            <a:ext cx="755280" cy="1288080"/>
          </a:xfrm>
          <a:prstGeom prst="rect">
            <a:avLst/>
          </a:prstGeom>
          <a:ln w="0">
            <a:noFill/>
          </a:ln>
        </p:spPr>
      </p:pic>
      <p:sp>
        <p:nvSpPr>
          <p:cNvPr id="178" name="Google Shape;216;p3"/>
          <p:cNvSpPr/>
          <p:nvPr/>
        </p:nvSpPr>
        <p:spPr>
          <a:xfrm>
            <a:off x="407880" y="1814760"/>
            <a:ext cx="7974000" cy="2782440"/>
          </a:xfrm>
          <a:prstGeom prst="rect">
            <a:avLst/>
          </a:prstGeom>
          <a:noFill/>
          <a:ln w="0">
            <a:noFill/>
          </a:ln>
        </p:spPr>
        <p:style>
          <a:lnRef idx="0"/>
          <a:fillRef idx="0"/>
          <a:effectRef idx="0"/>
          <a:fontRef idx="minor"/>
        </p:style>
        <p:txBody>
          <a:bodyPr anchor="t">
            <a:spAutoFit/>
          </a:bodyPr>
          <a:p>
            <a:pPr>
              <a:lnSpc>
                <a:spcPct val="107000"/>
              </a:lnSpc>
              <a:tabLst>
                <a:tab algn="l" pos="0"/>
              </a:tabLst>
            </a:pPr>
            <a:r>
              <a:rPr b="1" lang="en-US" sz="2200" spc="-1" strike="noStrike">
                <a:solidFill>
                  <a:srgbClr val="000000"/>
                </a:solidFill>
                <a:latin typeface="Calibri"/>
                <a:ea typeface="Calibri"/>
              </a:rPr>
              <a:t>Problem:</a:t>
            </a:r>
            <a:endParaRPr b="0" lang="en-US" sz="2200" spc="-1" strike="noStrike">
              <a:solidFill>
                <a:srgbClr val="000000"/>
              </a:solidFill>
              <a:latin typeface="Arial"/>
            </a:endParaRPr>
          </a:p>
          <a:p>
            <a:pPr>
              <a:lnSpc>
                <a:spcPct val="107000"/>
              </a:lnSpc>
              <a:spcBef>
                <a:spcPts val="799"/>
              </a:spcBef>
              <a:tabLst>
                <a:tab algn="l" pos="0"/>
              </a:tabLst>
            </a:pPr>
            <a:r>
              <a:rPr b="0" lang="en-US" sz="2100" spc="-1" strike="noStrike">
                <a:solidFill>
                  <a:srgbClr val="000000"/>
                </a:solidFill>
                <a:latin typeface="Times New Roman"/>
                <a:ea typeface="Times New Roman"/>
              </a:rPr>
              <a:t>A single Order class is responsible for multiple tasks:</a:t>
            </a:r>
            <a:endParaRPr b="0" lang="en-US" sz="2100" spc="-1" strike="noStrike">
              <a:solidFill>
                <a:srgbClr val="000000"/>
              </a:solidFill>
              <a:latin typeface="Arial"/>
            </a:endParaRPr>
          </a:p>
          <a:p>
            <a:pPr lvl="1" marL="743040" indent="-285840">
              <a:lnSpc>
                <a:spcPct val="107000"/>
              </a:lnSpc>
              <a:spcBef>
                <a:spcPts val="799"/>
              </a:spcBef>
              <a:buClr>
                <a:srgbClr val="000000"/>
              </a:buClr>
              <a:buFont typeface="Times New Roman"/>
              <a:buChar char="•"/>
              <a:tabLst>
                <a:tab algn="l" pos="0"/>
              </a:tabLst>
            </a:pPr>
            <a:r>
              <a:rPr b="0" lang="en-US" sz="2100" spc="-1" strike="noStrike">
                <a:solidFill>
                  <a:srgbClr val="000000"/>
                </a:solidFill>
                <a:latin typeface="Times New Roman"/>
                <a:ea typeface="Times New Roman"/>
              </a:rPr>
              <a:t>Managing order details (items, price, restaurant) </a:t>
            </a:r>
            <a:endParaRPr b="0" lang="en-US" sz="2100" spc="-1" strike="noStrike">
              <a:solidFill>
                <a:srgbClr val="000000"/>
              </a:solidFill>
              <a:latin typeface="Arial"/>
            </a:endParaRPr>
          </a:p>
          <a:p>
            <a:pPr lvl="1" marL="743040" indent="-285840">
              <a:lnSpc>
                <a:spcPct val="107000"/>
              </a:lnSpc>
              <a:spcBef>
                <a:spcPts val="799"/>
              </a:spcBef>
              <a:buClr>
                <a:srgbClr val="000000"/>
              </a:buClr>
              <a:buFont typeface="Times New Roman"/>
              <a:buChar char="•"/>
              <a:tabLst>
                <a:tab algn="l" pos="0"/>
              </a:tabLst>
            </a:pPr>
            <a:r>
              <a:rPr b="0" lang="en-US" sz="2100" spc="-1" strike="noStrike">
                <a:solidFill>
                  <a:srgbClr val="000000"/>
                </a:solidFill>
                <a:latin typeface="Times New Roman"/>
                <a:ea typeface="Times New Roman"/>
              </a:rPr>
              <a:t>Processing payments </a:t>
            </a:r>
            <a:endParaRPr b="0" lang="en-US" sz="2100" spc="-1" strike="noStrike">
              <a:solidFill>
                <a:srgbClr val="000000"/>
              </a:solidFill>
              <a:latin typeface="Arial"/>
            </a:endParaRPr>
          </a:p>
          <a:p>
            <a:pPr lvl="1" marL="743040" indent="-285840">
              <a:lnSpc>
                <a:spcPct val="107000"/>
              </a:lnSpc>
              <a:spcBef>
                <a:spcPts val="799"/>
              </a:spcBef>
              <a:buClr>
                <a:srgbClr val="000000"/>
              </a:buClr>
              <a:buFont typeface="Times New Roman"/>
              <a:buChar char="•"/>
              <a:tabLst>
                <a:tab algn="l" pos="0"/>
              </a:tabLst>
            </a:pPr>
            <a:r>
              <a:rPr b="0" lang="en-US" sz="2100" spc="-1" strike="noStrike">
                <a:solidFill>
                  <a:srgbClr val="000000"/>
                </a:solidFill>
                <a:latin typeface="Times New Roman"/>
                <a:ea typeface="Times New Roman"/>
              </a:rPr>
              <a:t>Sending order confirmation notifications</a:t>
            </a:r>
            <a:endParaRPr b="0" lang="en-US" sz="2100" spc="-1" strike="noStrike">
              <a:solidFill>
                <a:srgbClr val="000000"/>
              </a:solidFill>
              <a:latin typeface="Arial"/>
            </a:endParaRPr>
          </a:p>
          <a:p>
            <a:pPr>
              <a:lnSpc>
                <a:spcPct val="150000"/>
              </a:lnSpc>
              <a:spcBef>
                <a:spcPts val="799"/>
              </a:spcBef>
              <a:tabLst>
                <a:tab algn="l" pos="0"/>
              </a:tabLst>
            </a:pPr>
            <a:endParaRPr b="0" lang="en-US" sz="2000" spc="-1" strike="noStrike">
              <a:solidFill>
                <a:srgbClr val="000000"/>
              </a:solidFill>
              <a:latin typeface="Arial"/>
            </a:endParaRPr>
          </a:p>
        </p:txBody>
      </p:sp>
      <p:sp>
        <p:nvSpPr>
          <p:cNvPr id="179" name="Google Shape;217;p3"/>
          <p:cNvSpPr/>
          <p:nvPr/>
        </p:nvSpPr>
        <p:spPr>
          <a:xfrm>
            <a:off x="-24480" y="696600"/>
            <a:ext cx="8406360" cy="5180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2800" spc="-1" strike="noStrike">
                <a:solidFill>
                  <a:srgbClr val="000000"/>
                </a:solidFill>
                <a:latin typeface="Arial"/>
                <a:ea typeface="Arial"/>
              </a:rPr>
              <a:t>Single Responsibility Principle (SRP)</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80" name="Google Shape;223;p4"/>
          <p:cNvCxnSpPr/>
          <p:nvPr/>
        </p:nvCxnSpPr>
        <p:spPr>
          <a:xfrm>
            <a:off x="0" y="1190880"/>
            <a:ext cx="6225120" cy="360"/>
          </a:xfrm>
          <a:prstGeom prst="straightConnector1">
            <a:avLst/>
          </a:prstGeom>
          <a:ln w="38100">
            <a:solidFill>
              <a:srgbClr val="c55a11"/>
            </a:solidFill>
            <a:miter/>
          </a:ln>
        </p:spPr>
      </p:cxnSp>
      <p:sp>
        <p:nvSpPr>
          <p:cNvPr id="181" name="Google Shape;224;p4"/>
          <p:cNvSpPr/>
          <p:nvPr/>
        </p:nvSpPr>
        <p:spPr>
          <a:xfrm>
            <a:off x="285120" y="236520"/>
            <a:ext cx="703944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a:t>
            </a:r>
            <a:endParaRPr b="0" lang="en-US" sz="2400" spc="-1" strike="noStrike">
              <a:solidFill>
                <a:srgbClr val="000000"/>
              </a:solidFill>
              <a:latin typeface="Arial"/>
            </a:endParaRPr>
          </a:p>
        </p:txBody>
      </p:sp>
      <p:pic>
        <p:nvPicPr>
          <p:cNvPr id="182" name="Google Shape;225;p4" descr=""/>
          <p:cNvPicPr/>
          <p:nvPr/>
        </p:nvPicPr>
        <p:blipFill>
          <a:blip r:embed="rId1"/>
          <a:stretch/>
        </p:blipFill>
        <p:spPr>
          <a:xfrm>
            <a:off x="8382240" y="0"/>
            <a:ext cx="755280" cy="1288080"/>
          </a:xfrm>
          <a:prstGeom prst="rect">
            <a:avLst/>
          </a:prstGeom>
          <a:ln w="0">
            <a:noFill/>
          </a:ln>
        </p:spPr>
      </p:pic>
      <p:sp>
        <p:nvSpPr>
          <p:cNvPr id="183" name="Google Shape;226;p4"/>
          <p:cNvSpPr/>
          <p:nvPr/>
        </p:nvSpPr>
        <p:spPr>
          <a:xfrm>
            <a:off x="285120" y="1583280"/>
            <a:ext cx="3829680" cy="4297680"/>
          </a:xfrm>
          <a:prstGeom prst="rect">
            <a:avLst/>
          </a:prstGeom>
          <a:noFill/>
          <a:ln w="19050">
            <a:solidFill>
              <a:srgbClr val="000000"/>
            </a:solidFill>
            <a:round/>
          </a:ln>
        </p:spPr>
        <p:style>
          <a:lnRef idx="0"/>
          <a:fillRef idx="0"/>
          <a:effectRef idx="0"/>
          <a:fontRef idx="minor"/>
        </p:style>
        <p:txBody>
          <a:bodyPr anchor="t">
            <a:spAutoFit/>
          </a:bodyPr>
          <a:p>
            <a:pPr>
              <a:lnSpc>
                <a:spcPct val="100000"/>
              </a:lnSpc>
            </a:pPr>
            <a:r>
              <a:rPr b="1" lang="en-US" sz="1800" spc="-1" strike="noStrike">
                <a:solidFill>
                  <a:srgbClr val="000000"/>
                </a:solidFill>
                <a:latin typeface="Arial"/>
                <a:ea typeface="Arial"/>
              </a:rPr>
              <a:t>Solution: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class Order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private List&lt;Item&gt; items;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private double totalPrice;</a:t>
            </a:r>
            <a:endParaRPr b="0" lang="en-US" sz="18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public void addItem(String name, int price) {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 Add item logic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a:t>
            </a:r>
            <a:endParaRPr b="0" lang="en-US" sz="18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public double calculateTotal() {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 Calculate total price */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return totalPrice;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a:t>
            </a:r>
            <a:endParaRPr b="0" lang="en-US" sz="18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184" name="Google Shape;227;p4"/>
          <p:cNvSpPr/>
          <p:nvPr/>
        </p:nvSpPr>
        <p:spPr>
          <a:xfrm>
            <a:off x="-24480" y="696600"/>
            <a:ext cx="8406360" cy="5180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2800" spc="-1" strike="noStrike">
                <a:solidFill>
                  <a:srgbClr val="000000"/>
                </a:solidFill>
                <a:latin typeface="Arial"/>
                <a:ea typeface="Arial"/>
              </a:rPr>
              <a:t>Single Responsibility Principle (SRP)</a:t>
            </a:r>
            <a:endParaRPr b="0" lang="en-US" sz="2800" spc="-1" strike="noStrike">
              <a:solidFill>
                <a:srgbClr val="000000"/>
              </a:solidFill>
              <a:latin typeface="Arial"/>
            </a:endParaRPr>
          </a:p>
        </p:txBody>
      </p:sp>
      <p:sp>
        <p:nvSpPr>
          <p:cNvPr id="185" name="TextBox 2"/>
          <p:cNvSpPr/>
          <p:nvPr/>
        </p:nvSpPr>
        <p:spPr>
          <a:xfrm>
            <a:off x="4114800" y="1583280"/>
            <a:ext cx="4800600" cy="359568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Arial"/>
                <a:ea typeface="Arial"/>
              </a:rPr>
              <a:t>class PaymentProcessor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public void processPayment(Order order, PaymentMethod method) {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 Payment logic */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a:t>
            </a:r>
            <a:endParaRPr b="0" lang="en-US" sz="18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800" spc="-1" strike="noStrike">
                <a:solidFill>
                  <a:srgbClr val="000000"/>
                </a:solidFill>
                <a:latin typeface="Arial"/>
                <a:ea typeface="Arial"/>
              </a:rPr>
              <a:t>class NotificationService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public void sendOrderConfirmation(User user, Order order) {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 Send email/SMS */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Arial"/>
              </a:rPr>
              <a: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86" name="Google Shape;233;p39"/>
          <p:cNvCxnSpPr/>
          <p:nvPr/>
        </p:nvCxnSpPr>
        <p:spPr>
          <a:xfrm>
            <a:off x="0" y="1190880"/>
            <a:ext cx="6225120" cy="360"/>
          </a:xfrm>
          <a:prstGeom prst="straightConnector1">
            <a:avLst/>
          </a:prstGeom>
          <a:ln w="38100">
            <a:solidFill>
              <a:srgbClr val="c55a11"/>
            </a:solidFill>
            <a:miter/>
          </a:ln>
        </p:spPr>
      </p:cxnSp>
      <p:sp>
        <p:nvSpPr>
          <p:cNvPr id="187" name="Google Shape;234;p39"/>
          <p:cNvSpPr/>
          <p:nvPr/>
        </p:nvSpPr>
        <p:spPr>
          <a:xfrm>
            <a:off x="285120" y="236520"/>
            <a:ext cx="703944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a:t>
            </a:r>
            <a:endParaRPr b="0" lang="en-US" sz="2400" spc="-1" strike="noStrike">
              <a:solidFill>
                <a:srgbClr val="000000"/>
              </a:solidFill>
              <a:latin typeface="Arial"/>
            </a:endParaRPr>
          </a:p>
        </p:txBody>
      </p:sp>
      <p:pic>
        <p:nvPicPr>
          <p:cNvPr id="188" name="Google Shape;235;p39" descr=""/>
          <p:cNvPicPr/>
          <p:nvPr/>
        </p:nvPicPr>
        <p:blipFill>
          <a:blip r:embed="rId1"/>
          <a:stretch/>
        </p:blipFill>
        <p:spPr>
          <a:xfrm>
            <a:off x="8382240" y="0"/>
            <a:ext cx="755280" cy="1288080"/>
          </a:xfrm>
          <a:prstGeom prst="rect">
            <a:avLst/>
          </a:prstGeom>
          <a:ln w="0">
            <a:noFill/>
          </a:ln>
        </p:spPr>
      </p:pic>
      <p:sp>
        <p:nvSpPr>
          <p:cNvPr id="189" name="Google Shape;236;p39"/>
          <p:cNvSpPr/>
          <p:nvPr/>
        </p:nvSpPr>
        <p:spPr>
          <a:xfrm>
            <a:off x="407880" y="1814760"/>
            <a:ext cx="7974000" cy="3461040"/>
          </a:xfrm>
          <a:prstGeom prst="rect">
            <a:avLst/>
          </a:prstGeom>
          <a:noFill/>
          <a:ln w="0">
            <a:noFill/>
          </a:ln>
        </p:spPr>
        <p:style>
          <a:lnRef idx="0"/>
          <a:fillRef idx="0"/>
          <a:effectRef idx="0"/>
          <a:fontRef idx="minor"/>
        </p:style>
        <p:txBody>
          <a:bodyPr anchor="t">
            <a:spAutoFit/>
          </a:bodyPr>
          <a:p>
            <a:pPr algn="just">
              <a:lnSpc>
                <a:spcPct val="107000"/>
              </a:lnSpc>
              <a:tabLst>
                <a:tab algn="l" pos="0"/>
              </a:tabLst>
            </a:pPr>
            <a:r>
              <a:rPr b="1" lang="en-US" sz="2000" spc="-1" strike="noStrike">
                <a:solidFill>
                  <a:srgbClr val="000000"/>
                </a:solidFill>
                <a:latin typeface="Times New Roman"/>
                <a:ea typeface="Times New Roman"/>
              </a:rPr>
              <a:t>Problem:</a:t>
            </a:r>
            <a:endParaRPr b="0" lang="en-US" sz="2000" spc="-1" strike="noStrike">
              <a:solidFill>
                <a:srgbClr val="000000"/>
              </a:solidFill>
              <a:latin typeface="Arial"/>
            </a:endParaRPr>
          </a:p>
          <a:p>
            <a:pPr algn="just">
              <a:lnSpc>
                <a:spcPct val="150000"/>
              </a:lnSpc>
              <a:spcBef>
                <a:spcPts val="799"/>
              </a:spcBef>
              <a:tabLst>
                <a:tab algn="l" pos="0"/>
              </a:tabLst>
            </a:pPr>
            <a:r>
              <a:rPr b="0" lang="en-US" sz="1800" spc="-1" strike="noStrike">
                <a:solidFill>
                  <a:srgbClr val="000000"/>
                </a:solidFill>
                <a:latin typeface="Times New Roman"/>
                <a:ea typeface="Times New Roman"/>
              </a:rPr>
              <a:t>The </a:t>
            </a:r>
            <a:r>
              <a:rPr b="1" lang="en-US" sz="1800" spc="-1" strike="noStrike">
                <a:solidFill>
                  <a:srgbClr val="000000"/>
                </a:solidFill>
                <a:latin typeface="Times New Roman"/>
                <a:ea typeface="Times New Roman"/>
              </a:rPr>
              <a:t>PaymentProcessor</a:t>
            </a:r>
            <a:r>
              <a:rPr b="0" lang="en-US" sz="1800" spc="-1" strike="noStrike">
                <a:solidFill>
                  <a:srgbClr val="000000"/>
                </a:solidFill>
                <a:latin typeface="Times New Roman"/>
                <a:ea typeface="Times New Roman"/>
              </a:rPr>
              <a:t> class has a </a:t>
            </a:r>
            <a:r>
              <a:rPr b="1" lang="en-US" sz="1800" spc="-1" strike="noStrike">
                <a:solidFill>
                  <a:srgbClr val="000000"/>
                </a:solidFill>
                <a:latin typeface="Times New Roman"/>
                <a:ea typeface="Times New Roman"/>
              </a:rPr>
              <a:t>processPayment()</a:t>
            </a:r>
            <a:r>
              <a:rPr b="0" lang="en-US" sz="1800" spc="-1" strike="noStrike">
                <a:solidFill>
                  <a:srgbClr val="000000"/>
                </a:solidFill>
                <a:latin typeface="Times New Roman"/>
                <a:ea typeface="Times New Roman"/>
              </a:rPr>
              <a:t> method that only supports </a:t>
            </a:r>
            <a:r>
              <a:rPr b="1" lang="en-US" sz="1800" spc="-1" strike="noStrike">
                <a:solidFill>
                  <a:srgbClr val="000000"/>
                </a:solidFill>
                <a:latin typeface="Times New Roman"/>
                <a:ea typeface="Times New Roman"/>
              </a:rPr>
              <a:t>Credit Card</a:t>
            </a:r>
            <a:r>
              <a:rPr b="0" lang="en-US" sz="1800" spc="-1" strike="noStrike">
                <a:solidFill>
                  <a:srgbClr val="000000"/>
                </a:solidFill>
                <a:latin typeface="Times New Roman"/>
                <a:ea typeface="Times New Roman"/>
              </a:rPr>
              <a:t> payments. If we need to add </a:t>
            </a:r>
            <a:r>
              <a:rPr b="1" lang="en-US" sz="1800" spc="-1" strike="noStrike">
                <a:solidFill>
                  <a:srgbClr val="000000"/>
                </a:solidFill>
                <a:latin typeface="Times New Roman"/>
                <a:ea typeface="Times New Roman"/>
              </a:rPr>
              <a:t>PayPal, UPI, or Wallets</a:t>
            </a:r>
            <a:r>
              <a:rPr b="0" lang="en-US" sz="1800" spc="-1" strike="noStrike">
                <a:solidFill>
                  <a:srgbClr val="000000"/>
                </a:solidFill>
                <a:latin typeface="Times New Roman"/>
                <a:ea typeface="Times New Roman"/>
              </a:rPr>
              <a:t>, we have to modify the existing class, violating OCP.</a:t>
            </a:r>
            <a:endParaRPr b="0" lang="en-US" sz="1800" spc="-1" strike="noStrike">
              <a:solidFill>
                <a:srgbClr val="000000"/>
              </a:solidFill>
              <a:latin typeface="Arial"/>
            </a:endParaRPr>
          </a:p>
          <a:p>
            <a:pPr algn="just">
              <a:lnSpc>
                <a:spcPct val="107000"/>
              </a:lnSpc>
              <a:tabLst>
                <a:tab algn="l" pos="0"/>
              </a:tabLst>
            </a:pPr>
            <a:r>
              <a:rPr b="1" lang="en-US" sz="2000" spc="-1" strike="noStrike">
                <a:solidFill>
                  <a:srgbClr val="000000"/>
                </a:solidFill>
                <a:latin typeface="Times New Roman"/>
                <a:ea typeface="Times New Roman"/>
              </a:rPr>
              <a:t>Solution</a:t>
            </a:r>
            <a:r>
              <a:rPr b="1" lang="en-US" sz="1800" spc="-1" strike="noStrike">
                <a:solidFill>
                  <a:srgbClr val="000000"/>
                </a:solidFill>
                <a:latin typeface="Times New Roman"/>
                <a:ea typeface="Times New Roman"/>
              </a:rPr>
              <a:t>:</a:t>
            </a:r>
            <a:endParaRPr b="0" lang="en-US" sz="1800" spc="-1" strike="noStrike">
              <a:solidFill>
                <a:srgbClr val="000000"/>
              </a:solidFill>
              <a:latin typeface="Arial"/>
            </a:endParaRPr>
          </a:p>
          <a:p>
            <a:pPr algn="just">
              <a:lnSpc>
                <a:spcPct val="150000"/>
              </a:lnSpc>
              <a:spcBef>
                <a:spcPts val="799"/>
              </a:spcBef>
              <a:tabLst>
                <a:tab algn="l" pos="0"/>
              </a:tabLst>
            </a:pPr>
            <a:r>
              <a:rPr b="0" lang="en-US" sz="1800" spc="-1" strike="noStrike">
                <a:solidFill>
                  <a:srgbClr val="000000"/>
                </a:solidFill>
                <a:latin typeface="Times New Roman"/>
                <a:ea typeface="Times New Roman"/>
              </a:rPr>
              <a:t>Use </a:t>
            </a:r>
            <a:r>
              <a:rPr b="1" lang="en-US" sz="1800" spc="-1" strike="noStrike">
                <a:solidFill>
                  <a:srgbClr val="000000"/>
                </a:solidFill>
                <a:latin typeface="Times New Roman"/>
                <a:ea typeface="Times New Roman"/>
              </a:rPr>
              <a:t>Polymorphism</a:t>
            </a:r>
            <a:r>
              <a:rPr b="0" lang="en-US" sz="1800" spc="-1" strike="noStrike">
                <a:solidFill>
                  <a:srgbClr val="000000"/>
                </a:solidFill>
                <a:latin typeface="Times New Roman"/>
                <a:ea typeface="Times New Roman"/>
              </a:rPr>
              <a:t>—create an interface for payments, and extend it for new payment methods </a:t>
            </a:r>
            <a:r>
              <a:rPr b="0" lang="en-US" sz="1800" spc="-1" strike="noStrike">
                <a:solidFill>
                  <a:srgbClr val="000000"/>
                </a:solidFill>
                <a:latin typeface="Times New Roman"/>
                <a:ea typeface="Times New Roman"/>
              </a:rPr>
              <a:t>	</a:t>
            </a:r>
            <a:r>
              <a:rPr b="1" lang="en-US" sz="1800" spc="-1" strike="noStrike">
                <a:solidFill>
                  <a:srgbClr val="000000"/>
                </a:solidFill>
                <a:latin typeface="Times New Roman"/>
                <a:ea typeface="Times New Roman"/>
              </a:rPr>
              <a:t>without modifying existing code</a:t>
            </a:r>
            <a:r>
              <a:rPr b="0" lang="en-US" sz="1800" spc="-1" strike="noStrike">
                <a:solidFill>
                  <a:srgbClr val="000000"/>
                </a:solidFill>
                <a:latin typeface="Times New Roman"/>
                <a:ea typeface="Times New Roman"/>
              </a:rPr>
              <a:t>.</a:t>
            </a:r>
            <a:endParaRPr b="0" lang="en-US" sz="1800" spc="-1" strike="noStrike">
              <a:solidFill>
                <a:srgbClr val="000000"/>
              </a:solidFill>
              <a:latin typeface="Arial"/>
            </a:endParaRPr>
          </a:p>
          <a:p>
            <a:pPr>
              <a:lnSpc>
                <a:spcPct val="150000"/>
              </a:lnSpc>
              <a:tabLst>
                <a:tab algn="l" pos="0"/>
              </a:tabLst>
            </a:pPr>
            <a:endParaRPr b="0" lang="en-US" sz="2000" spc="-1" strike="noStrike">
              <a:solidFill>
                <a:srgbClr val="000000"/>
              </a:solidFill>
              <a:latin typeface="Arial"/>
            </a:endParaRPr>
          </a:p>
        </p:txBody>
      </p:sp>
      <p:sp>
        <p:nvSpPr>
          <p:cNvPr id="190" name="Google Shape;237;p39"/>
          <p:cNvSpPr/>
          <p:nvPr/>
        </p:nvSpPr>
        <p:spPr>
          <a:xfrm>
            <a:off x="-24480" y="581400"/>
            <a:ext cx="8406360" cy="639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3600" spc="-1" strike="noStrike">
                <a:solidFill>
                  <a:srgbClr val="000000"/>
                </a:solidFill>
                <a:latin typeface="Arial"/>
                <a:ea typeface="Arial"/>
              </a:rPr>
              <a:t>Open-Closed Principle (OCP)</a:t>
            </a:r>
            <a:endParaRPr b="0" lang="en-US" sz="3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91" name="Google Shape;243;p41"/>
          <p:cNvCxnSpPr/>
          <p:nvPr/>
        </p:nvCxnSpPr>
        <p:spPr>
          <a:xfrm>
            <a:off x="0" y="1190880"/>
            <a:ext cx="6225120" cy="360"/>
          </a:xfrm>
          <a:prstGeom prst="straightConnector1">
            <a:avLst/>
          </a:prstGeom>
          <a:ln w="38100">
            <a:solidFill>
              <a:srgbClr val="c55a11"/>
            </a:solidFill>
            <a:miter/>
          </a:ln>
        </p:spPr>
      </p:cxnSp>
      <p:sp>
        <p:nvSpPr>
          <p:cNvPr id="192" name="Google Shape;244;p41"/>
          <p:cNvSpPr/>
          <p:nvPr/>
        </p:nvSpPr>
        <p:spPr>
          <a:xfrm>
            <a:off x="285120" y="236520"/>
            <a:ext cx="703944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a:t>
            </a:r>
            <a:endParaRPr b="0" lang="en-US" sz="2400" spc="-1" strike="noStrike">
              <a:solidFill>
                <a:srgbClr val="000000"/>
              </a:solidFill>
              <a:latin typeface="Arial"/>
            </a:endParaRPr>
          </a:p>
        </p:txBody>
      </p:sp>
      <p:pic>
        <p:nvPicPr>
          <p:cNvPr id="193" name="Google Shape;245;p41" descr=""/>
          <p:cNvPicPr/>
          <p:nvPr/>
        </p:nvPicPr>
        <p:blipFill>
          <a:blip r:embed="rId1"/>
          <a:stretch/>
        </p:blipFill>
        <p:spPr>
          <a:xfrm>
            <a:off x="8382240" y="0"/>
            <a:ext cx="755280" cy="1288080"/>
          </a:xfrm>
          <a:prstGeom prst="rect">
            <a:avLst/>
          </a:prstGeom>
          <a:ln w="0">
            <a:noFill/>
          </a:ln>
        </p:spPr>
      </p:pic>
      <p:sp>
        <p:nvSpPr>
          <p:cNvPr id="194" name="Google Shape;246;p41"/>
          <p:cNvSpPr/>
          <p:nvPr/>
        </p:nvSpPr>
        <p:spPr>
          <a:xfrm>
            <a:off x="518040" y="1288440"/>
            <a:ext cx="7670520" cy="5452920"/>
          </a:xfrm>
          <a:prstGeom prst="rect">
            <a:avLst/>
          </a:prstGeom>
          <a:noFill/>
          <a:ln w="19050">
            <a:solidFill>
              <a:srgbClr val="000000"/>
            </a:solidFill>
            <a:round/>
          </a:ln>
        </p:spPr>
        <p:style>
          <a:lnRef idx="0"/>
          <a:fillRef idx="0"/>
          <a:effectRef idx="0"/>
          <a:fontRef idx="minor"/>
        </p:style>
        <p:txBody>
          <a:bodyPr anchor="t">
            <a:spAutoFit/>
          </a:bodyPr>
          <a:p>
            <a:pPr marL="914400">
              <a:lnSpc>
                <a:spcPct val="100000"/>
              </a:lnSpc>
            </a:pPr>
            <a:r>
              <a:rPr b="0" lang="en-US" sz="1600" spc="-1" strike="noStrike">
                <a:solidFill>
                  <a:srgbClr val="000000"/>
                </a:solidFill>
                <a:latin typeface="Arial"/>
                <a:ea typeface="Arial"/>
              </a:rPr>
              <a:t>interface PaymentMethod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void pay(double amount);</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914400">
              <a:lnSpc>
                <a:spcPct val="100000"/>
              </a:lnSpc>
            </a:pP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class CreditCardPayment implements PaymentMethod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public void pay(double amount)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 Credit Card logic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914400">
              <a:lnSpc>
                <a:spcPct val="100000"/>
              </a:lnSpc>
            </a:pP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class PayPalPayment implements PaymentMethod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public void pay(double amount)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 PayPal logic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914400">
              <a:lnSpc>
                <a:spcPct val="100000"/>
              </a:lnSpc>
            </a:pP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class PaymentProcessor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public void processPayment(PaymentMethod method, double amount)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method.pay(amount);</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p:txBody>
      </p:sp>
      <p:sp>
        <p:nvSpPr>
          <p:cNvPr id="195" name="Google Shape;247;p41"/>
          <p:cNvSpPr/>
          <p:nvPr/>
        </p:nvSpPr>
        <p:spPr>
          <a:xfrm>
            <a:off x="-24480" y="696600"/>
            <a:ext cx="8406360" cy="5180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2800" spc="-1" strike="noStrike">
                <a:solidFill>
                  <a:srgbClr val="000000"/>
                </a:solidFill>
                <a:latin typeface="Arial"/>
                <a:ea typeface="Arial"/>
              </a:rPr>
              <a:t>Open-Closed Principle (OCP)</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96" name="Google Shape;253;p65"/>
          <p:cNvCxnSpPr/>
          <p:nvPr/>
        </p:nvCxnSpPr>
        <p:spPr>
          <a:xfrm>
            <a:off x="0" y="1190880"/>
            <a:ext cx="6225120" cy="360"/>
          </a:xfrm>
          <a:prstGeom prst="straightConnector1">
            <a:avLst/>
          </a:prstGeom>
          <a:ln w="38100">
            <a:solidFill>
              <a:srgbClr val="c55a11"/>
            </a:solidFill>
            <a:miter/>
          </a:ln>
        </p:spPr>
      </p:cxnSp>
      <p:sp>
        <p:nvSpPr>
          <p:cNvPr id="197" name="Google Shape;254;p65"/>
          <p:cNvSpPr/>
          <p:nvPr/>
        </p:nvSpPr>
        <p:spPr>
          <a:xfrm>
            <a:off x="285120" y="236520"/>
            <a:ext cx="703944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a:t>
            </a:r>
            <a:endParaRPr b="0" lang="en-US" sz="2400" spc="-1" strike="noStrike">
              <a:solidFill>
                <a:srgbClr val="000000"/>
              </a:solidFill>
              <a:latin typeface="Arial"/>
            </a:endParaRPr>
          </a:p>
        </p:txBody>
      </p:sp>
      <p:pic>
        <p:nvPicPr>
          <p:cNvPr id="198" name="Google Shape;255;p65" descr=""/>
          <p:cNvPicPr/>
          <p:nvPr/>
        </p:nvPicPr>
        <p:blipFill>
          <a:blip r:embed="rId1"/>
          <a:stretch/>
        </p:blipFill>
        <p:spPr>
          <a:xfrm>
            <a:off x="8382240" y="0"/>
            <a:ext cx="755280" cy="1288080"/>
          </a:xfrm>
          <a:prstGeom prst="rect">
            <a:avLst/>
          </a:prstGeom>
          <a:ln w="0">
            <a:noFill/>
          </a:ln>
        </p:spPr>
      </p:pic>
      <p:sp>
        <p:nvSpPr>
          <p:cNvPr id="199" name="Google Shape;256;p65"/>
          <p:cNvSpPr/>
          <p:nvPr/>
        </p:nvSpPr>
        <p:spPr>
          <a:xfrm>
            <a:off x="585000" y="1836000"/>
            <a:ext cx="7974000" cy="3407400"/>
          </a:xfrm>
          <a:prstGeom prst="rect">
            <a:avLst/>
          </a:prstGeom>
          <a:noFill/>
          <a:ln w="0">
            <a:noFill/>
          </a:ln>
        </p:spPr>
        <p:style>
          <a:lnRef idx="0"/>
          <a:fillRef idx="0"/>
          <a:effectRef idx="0"/>
          <a:fontRef idx="minor"/>
        </p:style>
        <p:txBody>
          <a:bodyPr anchor="t">
            <a:spAutoFit/>
          </a:bodyPr>
          <a:p>
            <a:pPr algn="just">
              <a:lnSpc>
                <a:spcPct val="107000"/>
              </a:lnSpc>
              <a:tabLst>
                <a:tab algn="l" pos="0"/>
              </a:tabLst>
            </a:pPr>
            <a:r>
              <a:rPr b="1" lang="en-US" sz="2400" spc="-1" strike="noStrike">
                <a:solidFill>
                  <a:srgbClr val="000000"/>
                </a:solidFill>
                <a:latin typeface="Times New Roman"/>
                <a:ea typeface="Times New Roman"/>
              </a:rPr>
              <a:t>Problem:</a:t>
            </a:r>
            <a:endParaRPr b="0" lang="en-US" sz="2400" spc="-1" strike="noStrike">
              <a:solidFill>
                <a:srgbClr val="000000"/>
              </a:solidFill>
              <a:latin typeface="Arial"/>
            </a:endParaRPr>
          </a:p>
          <a:p>
            <a:pPr algn="just">
              <a:lnSpc>
                <a:spcPct val="107000"/>
              </a:lnSpc>
              <a:spcBef>
                <a:spcPts val="799"/>
              </a:spcBef>
              <a:tabLst>
                <a:tab algn="l" pos="0"/>
              </a:tabLst>
            </a:pPr>
            <a:r>
              <a:rPr b="0" lang="en-US" sz="2000" spc="-1" strike="noStrike">
                <a:solidFill>
                  <a:srgbClr val="000000"/>
                </a:solidFill>
                <a:latin typeface="Times New Roman"/>
                <a:ea typeface="Times New Roman"/>
              </a:rPr>
              <a:t>We have a DeliveryPerson class that has a deliverOrder() method. Now, we introduce </a:t>
            </a:r>
            <a:r>
              <a:rPr b="1" lang="en-US" sz="2000" spc="-1" strike="noStrike">
                <a:solidFill>
                  <a:srgbClr val="000000"/>
                </a:solidFill>
                <a:latin typeface="Times New Roman"/>
                <a:ea typeface="Times New Roman"/>
              </a:rPr>
              <a:t>DroneDelivery</a:t>
            </a:r>
            <a:r>
              <a:rPr b="0" lang="en-US" sz="2000" spc="-1" strike="noStrike">
                <a:solidFill>
                  <a:srgbClr val="000000"/>
                </a:solidFill>
                <a:latin typeface="Times New Roman"/>
                <a:ea typeface="Times New Roman"/>
              </a:rPr>
              <a:t> for automated delivery.</a:t>
            </a:r>
            <a:endParaRPr b="0" lang="en-US" sz="2000" spc="-1" strike="noStrike">
              <a:solidFill>
                <a:srgbClr val="000000"/>
              </a:solidFill>
              <a:latin typeface="Arial"/>
            </a:endParaRPr>
          </a:p>
          <a:p>
            <a:pPr algn="just">
              <a:lnSpc>
                <a:spcPct val="107000"/>
              </a:lnSpc>
              <a:spcBef>
                <a:spcPts val="799"/>
              </a:spcBef>
              <a:tabLst>
                <a:tab algn="l" pos="0"/>
              </a:tabLst>
            </a:pPr>
            <a:r>
              <a:rPr b="0" lang="en-US" sz="2000" spc="-1" strike="noStrike">
                <a:solidFill>
                  <a:srgbClr val="000000"/>
                </a:solidFill>
                <a:latin typeface="Times New Roman"/>
                <a:ea typeface="Times New Roman"/>
              </a:rPr>
              <a:t>If DroneDelivery extends DeliveryPerson, it </a:t>
            </a:r>
            <a:r>
              <a:rPr b="1" lang="en-US" sz="2000" spc="-1" strike="noStrike">
                <a:solidFill>
                  <a:srgbClr val="000000"/>
                </a:solidFill>
                <a:latin typeface="Times New Roman"/>
                <a:ea typeface="Times New Roman"/>
              </a:rPr>
              <a:t>inherits methods like assignVehicle() that drones don't need</a:t>
            </a:r>
            <a:r>
              <a:rPr b="0" lang="en-US" sz="2000" spc="-1" strike="noStrike">
                <a:solidFill>
                  <a:srgbClr val="000000"/>
                </a:solidFill>
                <a:latin typeface="Times New Roman"/>
                <a:ea typeface="Times New Roman"/>
              </a:rPr>
              <a:t>, leading to incorrect behavior.</a:t>
            </a:r>
            <a:endParaRPr b="0" lang="en-US" sz="2000" spc="-1" strike="noStrike">
              <a:solidFill>
                <a:srgbClr val="000000"/>
              </a:solidFill>
              <a:latin typeface="Arial"/>
            </a:endParaRPr>
          </a:p>
          <a:p>
            <a:pPr algn="just">
              <a:lnSpc>
                <a:spcPct val="107000"/>
              </a:lnSpc>
              <a:spcBef>
                <a:spcPts val="799"/>
              </a:spcBef>
              <a:tabLst>
                <a:tab algn="l" pos="0"/>
              </a:tabLst>
            </a:pPr>
            <a:r>
              <a:rPr b="1" lang="en-US" sz="2400" spc="-1" strike="noStrike">
                <a:solidFill>
                  <a:srgbClr val="000000"/>
                </a:solidFill>
                <a:latin typeface="Times New Roman"/>
                <a:ea typeface="Times New Roman"/>
              </a:rPr>
              <a:t>Solution:</a:t>
            </a:r>
            <a:endParaRPr b="0" lang="en-US" sz="2400" spc="-1" strike="noStrike">
              <a:solidFill>
                <a:srgbClr val="000000"/>
              </a:solidFill>
              <a:latin typeface="Arial"/>
            </a:endParaRPr>
          </a:p>
          <a:p>
            <a:pPr>
              <a:lnSpc>
                <a:spcPct val="100000"/>
              </a:lnSpc>
              <a:spcBef>
                <a:spcPts val="799"/>
              </a:spcBef>
              <a:tabLst>
                <a:tab algn="l" pos="0"/>
              </a:tabLst>
            </a:pPr>
            <a:r>
              <a:rPr b="0" lang="en-US" sz="2000" spc="-1" strike="noStrike">
                <a:solidFill>
                  <a:srgbClr val="000000"/>
                </a:solidFill>
                <a:latin typeface="Times New Roman"/>
                <a:ea typeface="Times New Roman"/>
              </a:rPr>
              <a:t>Use a </a:t>
            </a:r>
            <a:r>
              <a:rPr b="1" lang="en-US" sz="2000" spc="-1" strike="noStrike">
                <a:solidFill>
                  <a:srgbClr val="000000"/>
                </a:solidFill>
                <a:latin typeface="Times New Roman"/>
                <a:ea typeface="Times New Roman"/>
              </a:rPr>
              <a:t>common interface</a:t>
            </a:r>
            <a:r>
              <a:rPr b="0" lang="en-US" sz="2000" spc="-1" strike="noStrike">
                <a:solidFill>
                  <a:srgbClr val="000000"/>
                </a:solidFill>
                <a:latin typeface="Times New Roman"/>
                <a:ea typeface="Times New Roman"/>
              </a:rPr>
              <a:t> instead of forcing inheritance</a:t>
            </a:r>
            <a:r>
              <a:rPr b="0" lang="en-US" sz="2400" spc="-1" strike="noStrike">
                <a:solidFill>
                  <a:srgbClr val="000000"/>
                </a:solidFill>
                <a:latin typeface="Times New Roman"/>
                <a:ea typeface="Times New Roman"/>
              </a:rPr>
              <a:t>.</a:t>
            </a:r>
            <a:endParaRPr b="0" lang="en-US" sz="2400" spc="-1" strike="noStrike">
              <a:solidFill>
                <a:srgbClr val="000000"/>
              </a:solidFill>
              <a:latin typeface="Arial"/>
            </a:endParaRPr>
          </a:p>
          <a:p>
            <a:pPr>
              <a:lnSpc>
                <a:spcPct val="150000"/>
              </a:lnSpc>
              <a:tabLst>
                <a:tab algn="l" pos="0"/>
              </a:tabLst>
            </a:pPr>
            <a:endParaRPr b="0" lang="en-US" sz="2000" spc="-1" strike="noStrike">
              <a:solidFill>
                <a:srgbClr val="000000"/>
              </a:solidFill>
              <a:latin typeface="Arial"/>
            </a:endParaRPr>
          </a:p>
        </p:txBody>
      </p:sp>
      <p:sp>
        <p:nvSpPr>
          <p:cNvPr id="200" name="Google Shape;257;p65"/>
          <p:cNvSpPr/>
          <p:nvPr/>
        </p:nvSpPr>
        <p:spPr>
          <a:xfrm>
            <a:off x="-24480" y="696600"/>
            <a:ext cx="8406360" cy="639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3600" spc="-1" strike="noStrike">
                <a:solidFill>
                  <a:srgbClr val="000000"/>
                </a:solidFill>
                <a:latin typeface="Arial"/>
                <a:ea typeface="Arial"/>
              </a:rPr>
              <a:t>Liskov Substitution Principle (LSP)</a:t>
            </a:r>
            <a:endParaRPr b="0" lang="en-US" sz="3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201" name="Google Shape;263;p66"/>
          <p:cNvCxnSpPr/>
          <p:nvPr/>
        </p:nvCxnSpPr>
        <p:spPr>
          <a:xfrm>
            <a:off x="0" y="1190880"/>
            <a:ext cx="6225120" cy="360"/>
          </a:xfrm>
          <a:prstGeom prst="straightConnector1">
            <a:avLst/>
          </a:prstGeom>
          <a:ln w="38100">
            <a:solidFill>
              <a:srgbClr val="c55a11"/>
            </a:solidFill>
            <a:miter/>
          </a:ln>
        </p:spPr>
      </p:cxnSp>
      <p:sp>
        <p:nvSpPr>
          <p:cNvPr id="202" name="Google Shape;264;p66"/>
          <p:cNvSpPr/>
          <p:nvPr/>
        </p:nvSpPr>
        <p:spPr>
          <a:xfrm>
            <a:off x="285120" y="236520"/>
            <a:ext cx="703944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a:t>
            </a:r>
            <a:endParaRPr b="0" lang="en-US" sz="2400" spc="-1" strike="noStrike">
              <a:solidFill>
                <a:srgbClr val="000000"/>
              </a:solidFill>
              <a:latin typeface="Arial"/>
            </a:endParaRPr>
          </a:p>
        </p:txBody>
      </p:sp>
      <p:pic>
        <p:nvPicPr>
          <p:cNvPr id="203" name="Google Shape;265;p66" descr=""/>
          <p:cNvPicPr/>
          <p:nvPr/>
        </p:nvPicPr>
        <p:blipFill>
          <a:blip r:embed="rId1"/>
          <a:stretch/>
        </p:blipFill>
        <p:spPr>
          <a:xfrm>
            <a:off x="8382240" y="0"/>
            <a:ext cx="755280" cy="1288080"/>
          </a:xfrm>
          <a:prstGeom prst="rect">
            <a:avLst/>
          </a:prstGeom>
          <a:ln w="0">
            <a:noFill/>
          </a:ln>
        </p:spPr>
      </p:pic>
      <p:sp>
        <p:nvSpPr>
          <p:cNvPr id="204" name="Google Shape;266;p66"/>
          <p:cNvSpPr/>
          <p:nvPr/>
        </p:nvSpPr>
        <p:spPr>
          <a:xfrm>
            <a:off x="407880" y="1814760"/>
            <a:ext cx="7974000" cy="3746880"/>
          </a:xfrm>
          <a:prstGeom prst="rect">
            <a:avLst/>
          </a:prstGeom>
          <a:noFill/>
          <a:ln w="19050">
            <a:solidFill>
              <a:srgbClr val="000000"/>
            </a:solidFill>
            <a:round/>
          </a:ln>
        </p:spPr>
        <p:style>
          <a:lnRef idx="0"/>
          <a:fillRef idx="0"/>
          <a:effectRef idx="0"/>
          <a:fontRef idx="minor"/>
        </p:style>
        <p:txBody>
          <a:bodyPr anchor="t">
            <a:spAutoFit/>
          </a:bodyPr>
          <a:p>
            <a:pPr>
              <a:lnSpc>
                <a:spcPct val="100000"/>
              </a:lnSpc>
            </a:pPr>
            <a:r>
              <a:rPr b="0" lang="en-US" sz="1600" spc="-1" strike="noStrike">
                <a:solidFill>
                  <a:srgbClr val="000000"/>
                </a:solidFill>
                <a:latin typeface="Arial"/>
                <a:ea typeface="Arial"/>
              </a:rPr>
              <a:t>interface DeliveryService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void deliverOrder(Order order);</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Arial"/>
              </a:rPr>
              <a:t>class DeliveryPerson implements DeliveryService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public void deliverOrder(Order order)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 Assign person and vehicle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Arial"/>
              </a:rPr>
              <a:t>class DroneDelivery implements DeliveryService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public void deliverOrder(Order order)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 Autonomous drone delivery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p:txBody>
      </p:sp>
      <p:sp>
        <p:nvSpPr>
          <p:cNvPr id="205" name="Google Shape;267;p66"/>
          <p:cNvSpPr/>
          <p:nvPr/>
        </p:nvSpPr>
        <p:spPr>
          <a:xfrm>
            <a:off x="-24480" y="696600"/>
            <a:ext cx="8406360" cy="5180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2800" spc="-1" strike="noStrike">
                <a:solidFill>
                  <a:srgbClr val="000000"/>
                </a:solidFill>
                <a:latin typeface="Arial"/>
                <a:ea typeface="Arial"/>
              </a:rPr>
              <a:t>Liskov Substitution Principle (LSP)</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206" name="Google Shape;273;p67"/>
          <p:cNvCxnSpPr/>
          <p:nvPr/>
        </p:nvCxnSpPr>
        <p:spPr>
          <a:xfrm>
            <a:off x="0" y="1190880"/>
            <a:ext cx="6225120" cy="360"/>
          </a:xfrm>
          <a:prstGeom prst="straightConnector1">
            <a:avLst/>
          </a:prstGeom>
          <a:ln w="38100">
            <a:solidFill>
              <a:srgbClr val="c55a11"/>
            </a:solidFill>
            <a:miter/>
          </a:ln>
        </p:spPr>
      </p:cxnSp>
      <p:sp>
        <p:nvSpPr>
          <p:cNvPr id="207" name="Google Shape;274;p67"/>
          <p:cNvSpPr/>
          <p:nvPr/>
        </p:nvSpPr>
        <p:spPr>
          <a:xfrm>
            <a:off x="285120" y="236520"/>
            <a:ext cx="703944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a:t>
            </a:r>
            <a:endParaRPr b="0" lang="en-US" sz="2400" spc="-1" strike="noStrike">
              <a:solidFill>
                <a:srgbClr val="000000"/>
              </a:solidFill>
              <a:latin typeface="Arial"/>
            </a:endParaRPr>
          </a:p>
        </p:txBody>
      </p:sp>
      <p:pic>
        <p:nvPicPr>
          <p:cNvPr id="208" name="Google Shape;275;p67" descr=""/>
          <p:cNvPicPr/>
          <p:nvPr/>
        </p:nvPicPr>
        <p:blipFill>
          <a:blip r:embed="rId1"/>
          <a:stretch/>
        </p:blipFill>
        <p:spPr>
          <a:xfrm>
            <a:off x="8382240" y="0"/>
            <a:ext cx="755280" cy="1288080"/>
          </a:xfrm>
          <a:prstGeom prst="rect">
            <a:avLst/>
          </a:prstGeom>
          <a:ln w="0">
            <a:noFill/>
          </a:ln>
        </p:spPr>
      </p:pic>
      <p:sp>
        <p:nvSpPr>
          <p:cNvPr id="209" name="Google Shape;276;p67"/>
          <p:cNvSpPr/>
          <p:nvPr/>
        </p:nvSpPr>
        <p:spPr>
          <a:xfrm>
            <a:off x="407880" y="1814760"/>
            <a:ext cx="7974000" cy="4426200"/>
          </a:xfrm>
          <a:prstGeom prst="rect">
            <a:avLst/>
          </a:prstGeom>
          <a:noFill/>
          <a:ln w="0">
            <a:noFill/>
          </a:ln>
        </p:spPr>
        <p:style>
          <a:lnRef idx="0"/>
          <a:fillRef idx="0"/>
          <a:effectRef idx="0"/>
          <a:fontRef idx="minor"/>
        </p:style>
        <p:txBody>
          <a:bodyPr anchor="t">
            <a:spAutoFit/>
          </a:bodyPr>
          <a:p>
            <a:pPr algn="just">
              <a:lnSpc>
                <a:spcPct val="107000"/>
              </a:lnSpc>
              <a:tabLst>
                <a:tab algn="l" pos="0"/>
              </a:tabLst>
            </a:pPr>
            <a:r>
              <a:rPr b="1" lang="en-US" sz="2400" spc="-1" strike="noStrike">
                <a:solidFill>
                  <a:srgbClr val="000000"/>
                </a:solidFill>
                <a:latin typeface="Times New Roman"/>
                <a:ea typeface="Times New Roman"/>
              </a:rPr>
              <a:t>Problem:</a:t>
            </a:r>
            <a:endParaRPr b="0" lang="en-US" sz="2400" spc="-1" strike="noStrike">
              <a:solidFill>
                <a:srgbClr val="000000"/>
              </a:solidFill>
              <a:latin typeface="Arial"/>
            </a:endParaRPr>
          </a:p>
          <a:p>
            <a:pPr algn="just">
              <a:lnSpc>
                <a:spcPct val="107000"/>
              </a:lnSpc>
              <a:spcBef>
                <a:spcPts val="799"/>
              </a:spcBef>
              <a:tabLst>
                <a:tab algn="l" pos="0"/>
              </a:tabLst>
            </a:pPr>
            <a:r>
              <a:rPr b="0" lang="en-US" sz="2000" spc="-1" strike="noStrike">
                <a:solidFill>
                  <a:srgbClr val="000000"/>
                </a:solidFill>
                <a:latin typeface="Times New Roman"/>
                <a:ea typeface="Times New Roman"/>
              </a:rPr>
              <a:t>A RestaurantService interface has methods:</a:t>
            </a:r>
            <a:endParaRPr b="0" lang="en-US" sz="2000" spc="-1" strike="noStrike">
              <a:solidFill>
                <a:srgbClr val="000000"/>
              </a:solidFill>
              <a:latin typeface="Arial"/>
            </a:endParaRPr>
          </a:p>
          <a:p>
            <a:pPr marL="457200" indent="-457200" algn="just">
              <a:lnSpc>
                <a:spcPct val="107000"/>
              </a:lnSpc>
              <a:spcBef>
                <a:spcPts val="799"/>
              </a:spcBef>
              <a:buClr>
                <a:srgbClr val="000000"/>
              </a:buClr>
              <a:buFont typeface="Arial"/>
              <a:buAutoNum type="arabicPeriod"/>
              <a:tabLst>
                <a:tab algn="l" pos="0"/>
              </a:tabLst>
            </a:pPr>
            <a:r>
              <a:rPr b="0" lang="en-US" sz="2000" spc="-1" strike="noStrike">
                <a:solidFill>
                  <a:srgbClr val="000000"/>
                </a:solidFill>
                <a:latin typeface="Times New Roman"/>
                <a:ea typeface="Times New Roman"/>
              </a:rPr>
              <a:t>addMenuItem()</a:t>
            </a:r>
            <a:endParaRPr b="0" lang="en-US" sz="2000" spc="-1" strike="noStrike">
              <a:solidFill>
                <a:srgbClr val="000000"/>
              </a:solidFill>
              <a:latin typeface="Arial"/>
            </a:endParaRPr>
          </a:p>
          <a:p>
            <a:pPr marL="457200" indent="-457200" algn="just">
              <a:lnSpc>
                <a:spcPct val="107000"/>
              </a:lnSpc>
              <a:spcBef>
                <a:spcPts val="799"/>
              </a:spcBef>
              <a:buClr>
                <a:srgbClr val="000000"/>
              </a:buClr>
              <a:buFont typeface="Arial"/>
              <a:buAutoNum type="arabicPeriod"/>
              <a:tabLst>
                <a:tab algn="l" pos="0"/>
              </a:tabLst>
            </a:pPr>
            <a:r>
              <a:rPr b="0" lang="en-US" sz="2000" spc="-1" strike="noStrike">
                <a:solidFill>
                  <a:srgbClr val="000000"/>
                </a:solidFill>
                <a:latin typeface="Times New Roman"/>
                <a:ea typeface="Times New Roman"/>
              </a:rPr>
              <a:t>updateStock()</a:t>
            </a:r>
            <a:endParaRPr b="0" lang="en-US" sz="2000" spc="-1" strike="noStrike">
              <a:solidFill>
                <a:srgbClr val="000000"/>
              </a:solidFill>
              <a:latin typeface="Arial"/>
            </a:endParaRPr>
          </a:p>
          <a:p>
            <a:pPr marL="457200" indent="-457200" algn="just">
              <a:lnSpc>
                <a:spcPct val="107000"/>
              </a:lnSpc>
              <a:spcBef>
                <a:spcPts val="799"/>
              </a:spcBef>
              <a:buClr>
                <a:srgbClr val="000000"/>
              </a:buClr>
              <a:buFont typeface="Arial"/>
              <a:buAutoNum type="arabicPeriod"/>
              <a:tabLst>
                <a:tab algn="l" pos="0"/>
              </a:tabLst>
            </a:pPr>
            <a:r>
              <a:rPr b="0" lang="en-US" sz="2000" spc="-1" strike="noStrike">
                <a:solidFill>
                  <a:srgbClr val="000000"/>
                </a:solidFill>
                <a:latin typeface="Times New Roman"/>
                <a:ea typeface="Times New Roman"/>
              </a:rPr>
              <a:t>generateMonthlyReport()</a:t>
            </a:r>
            <a:endParaRPr b="0" lang="en-US" sz="2000" spc="-1" strike="noStrike">
              <a:solidFill>
                <a:srgbClr val="000000"/>
              </a:solidFill>
              <a:latin typeface="Arial"/>
            </a:endParaRPr>
          </a:p>
          <a:p>
            <a:pPr algn="just">
              <a:lnSpc>
                <a:spcPct val="107000"/>
              </a:lnSpc>
              <a:spcBef>
                <a:spcPts val="799"/>
              </a:spcBef>
              <a:tabLst>
                <a:tab algn="l" pos="0"/>
              </a:tabLst>
            </a:pPr>
            <a:r>
              <a:rPr b="0" lang="en-US" sz="2000" spc="-1" strike="noStrike">
                <a:solidFill>
                  <a:srgbClr val="000000"/>
                </a:solidFill>
                <a:latin typeface="Times New Roman"/>
                <a:ea typeface="Times New Roman"/>
              </a:rPr>
              <a:t>A </a:t>
            </a:r>
            <a:r>
              <a:rPr b="1" lang="en-US" sz="2000" spc="-1" strike="noStrike">
                <a:solidFill>
                  <a:srgbClr val="000000"/>
                </a:solidFill>
                <a:latin typeface="Times New Roman"/>
                <a:ea typeface="Times New Roman"/>
              </a:rPr>
              <a:t>small home-based restaurant</a:t>
            </a:r>
            <a:r>
              <a:rPr b="0" lang="en-US" sz="2000" spc="-1" strike="noStrike">
                <a:solidFill>
                  <a:srgbClr val="000000"/>
                </a:solidFill>
                <a:latin typeface="Times New Roman"/>
                <a:ea typeface="Times New Roman"/>
              </a:rPr>
              <a:t> only wants to manage menu items but is </a:t>
            </a:r>
            <a:r>
              <a:rPr b="1" lang="en-US" sz="2000" spc="-1" strike="noStrike">
                <a:solidFill>
                  <a:srgbClr val="000000"/>
                </a:solidFill>
                <a:latin typeface="Times New Roman"/>
                <a:ea typeface="Times New Roman"/>
              </a:rPr>
              <a:t>forced to implement</a:t>
            </a:r>
            <a:r>
              <a:rPr b="0" lang="en-US" sz="2000" spc="-1" strike="noStrike">
                <a:solidFill>
                  <a:srgbClr val="000000"/>
                </a:solidFill>
                <a:latin typeface="Times New Roman"/>
                <a:ea typeface="Times New Roman"/>
              </a:rPr>
              <a:t> generateMonthlyReport(), which it doesn’t need.</a:t>
            </a:r>
            <a:endParaRPr b="0" lang="en-US" sz="2000" spc="-1" strike="noStrike">
              <a:solidFill>
                <a:srgbClr val="000000"/>
              </a:solidFill>
              <a:latin typeface="Arial"/>
            </a:endParaRPr>
          </a:p>
          <a:p>
            <a:pPr algn="just">
              <a:lnSpc>
                <a:spcPct val="107000"/>
              </a:lnSpc>
              <a:spcBef>
                <a:spcPts val="799"/>
              </a:spcBef>
              <a:tabLst>
                <a:tab algn="l" pos="0"/>
              </a:tabLst>
            </a:pPr>
            <a:r>
              <a:rPr b="1" lang="en-US" sz="2400" spc="-1" strike="noStrike">
                <a:solidFill>
                  <a:srgbClr val="000000"/>
                </a:solidFill>
                <a:latin typeface="Times New Roman"/>
                <a:ea typeface="Times New Roman"/>
              </a:rPr>
              <a:t>Solution:</a:t>
            </a:r>
            <a:endParaRPr b="0" lang="en-US" sz="2400" spc="-1" strike="noStrike">
              <a:solidFill>
                <a:srgbClr val="000000"/>
              </a:solidFill>
              <a:latin typeface="Arial"/>
            </a:endParaRPr>
          </a:p>
          <a:p>
            <a:pPr marL="343080" indent="-343080" algn="just">
              <a:lnSpc>
                <a:spcPct val="107000"/>
              </a:lnSpc>
              <a:spcBef>
                <a:spcPts val="799"/>
              </a:spcBef>
              <a:buClr>
                <a:srgbClr val="000000"/>
              </a:buClr>
              <a:buFont typeface="Arial"/>
              <a:buChar char="•"/>
              <a:tabLst>
                <a:tab algn="l" pos="0"/>
              </a:tabLst>
            </a:pPr>
            <a:r>
              <a:rPr b="0" lang="en-US" sz="2000" spc="-1" strike="noStrike">
                <a:solidFill>
                  <a:srgbClr val="000000"/>
                </a:solidFill>
                <a:latin typeface="Times New Roman"/>
                <a:ea typeface="Times New Roman"/>
              </a:rPr>
              <a:t>Split into smaller interfaces.</a:t>
            </a:r>
            <a:endParaRPr b="0" lang="en-US" sz="2000" spc="-1" strike="noStrike">
              <a:solidFill>
                <a:srgbClr val="000000"/>
              </a:solidFill>
              <a:latin typeface="Arial"/>
            </a:endParaRPr>
          </a:p>
          <a:p>
            <a:pPr>
              <a:lnSpc>
                <a:spcPct val="150000"/>
              </a:lnSpc>
              <a:spcBef>
                <a:spcPts val="799"/>
              </a:spcBef>
              <a:tabLst>
                <a:tab algn="l" pos="0"/>
              </a:tabLst>
            </a:pPr>
            <a:endParaRPr b="0" lang="en-US" sz="2000" spc="-1" strike="noStrike">
              <a:solidFill>
                <a:srgbClr val="000000"/>
              </a:solidFill>
              <a:latin typeface="Arial"/>
            </a:endParaRPr>
          </a:p>
        </p:txBody>
      </p:sp>
      <p:sp>
        <p:nvSpPr>
          <p:cNvPr id="210" name="Google Shape;277;p67"/>
          <p:cNvSpPr/>
          <p:nvPr/>
        </p:nvSpPr>
        <p:spPr>
          <a:xfrm>
            <a:off x="-24480" y="696600"/>
            <a:ext cx="8406360" cy="5792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3200" spc="-1" strike="noStrike">
                <a:solidFill>
                  <a:srgbClr val="000000"/>
                </a:solidFill>
                <a:latin typeface="Arial"/>
                <a:ea typeface="Arial"/>
              </a:rPr>
              <a:t>Interface Segregation Principle (ISP)</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211" name="Google Shape;283;p68"/>
          <p:cNvCxnSpPr/>
          <p:nvPr/>
        </p:nvCxnSpPr>
        <p:spPr>
          <a:xfrm>
            <a:off x="0" y="1190880"/>
            <a:ext cx="6225120" cy="360"/>
          </a:xfrm>
          <a:prstGeom prst="straightConnector1">
            <a:avLst/>
          </a:prstGeom>
          <a:ln w="38100">
            <a:solidFill>
              <a:srgbClr val="c55a11"/>
            </a:solidFill>
            <a:miter/>
          </a:ln>
        </p:spPr>
      </p:cxnSp>
      <p:sp>
        <p:nvSpPr>
          <p:cNvPr id="212" name="Google Shape;284;p68"/>
          <p:cNvSpPr/>
          <p:nvPr/>
        </p:nvSpPr>
        <p:spPr>
          <a:xfrm>
            <a:off x="285120" y="236520"/>
            <a:ext cx="703944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a:t>
            </a:r>
            <a:endParaRPr b="0" lang="en-US" sz="2400" spc="-1" strike="noStrike">
              <a:solidFill>
                <a:srgbClr val="000000"/>
              </a:solidFill>
              <a:latin typeface="Arial"/>
            </a:endParaRPr>
          </a:p>
        </p:txBody>
      </p:sp>
      <p:pic>
        <p:nvPicPr>
          <p:cNvPr id="213" name="Google Shape;285;p68" descr=""/>
          <p:cNvPicPr/>
          <p:nvPr/>
        </p:nvPicPr>
        <p:blipFill>
          <a:blip r:embed="rId1"/>
          <a:stretch/>
        </p:blipFill>
        <p:spPr>
          <a:xfrm>
            <a:off x="8382240" y="0"/>
            <a:ext cx="755280" cy="1288080"/>
          </a:xfrm>
          <a:prstGeom prst="rect">
            <a:avLst/>
          </a:prstGeom>
          <a:ln w="0">
            <a:noFill/>
          </a:ln>
        </p:spPr>
      </p:pic>
      <p:sp>
        <p:nvSpPr>
          <p:cNvPr id="214" name="Google Shape;286;p68"/>
          <p:cNvSpPr/>
          <p:nvPr/>
        </p:nvSpPr>
        <p:spPr>
          <a:xfrm>
            <a:off x="407880" y="1680120"/>
            <a:ext cx="7974000" cy="4387320"/>
          </a:xfrm>
          <a:prstGeom prst="rect">
            <a:avLst/>
          </a:prstGeom>
          <a:noFill/>
          <a:ln w="19050">
            <a:solidFill>
              <a:srgbClr val="000000"/>
            </a:solidFill>
            <a:round/>
          </a:ln>
        </p:spPr>
        <p:style>
          <a:lnRef idx="0"/>
          <a:fillRef idx="0"/>
          <a:effectRef idx="0"/>
          <a:fontRef idx="minor"/>
        </p:style>
        <p:txBody>
          <a:bodyPr anchor="t">
            <a:spAutoFit/>
          </a:bodyPr>
          <a:p>
            <a:pPr marL="457200">
              <a:lnSpc>
                <a:spcPct val="100000"/>
              </a:lnSpc>
            </a:pPr>
            <a:r>
              <a:rPr b="0" lang="en-US" sz="1600" spc="-1" strike="noStrike">
                <a:solidFill>
                  <a:srgbClr val="000000"/>
                </a:solidFill>
                <a:latin typeface="Arial"/>
                <a:ea typeface="Arial"/>
              </a:rPr>
              <a:t>interface MenuManagement {</a:t>
            </a:r>
            <a:endParaRPr b="0" lang="en-US" sz="16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void addMenuItem(Item item);</a:t>
            </a:r>
            <a:endParaRPr b="0" lang="en-US" sz="16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void updateStock(Item item, int quantity);</a:t>
            </a:r>
            <a:endParaRPr b="0" lang="en-US" sz="16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457200">
              <a:lnSpc>
                <a:spcPct val="100000"/>
              </a:lnSpc>
            </a:pPr>
            <a:endParaRPr b="0" lang="en-US" sz="14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interface Reporting {</a:t>
            </a:r>
            <a:endParaRPr b="0" lang="en-US" sz="16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void generateMonthlyReport();</a:t>
            </a:r>
            <a:endParaRPr b="0" lang="en-US" sz="16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457200">
              <a:lnSpc>
                <a:spcPct val="100000"/>
              </a:lnSpc>
            </a:pPr>
            <a:endParaRPr b="0" lang="en-US" sz="14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class SmallRestaurant implements MenuManagement {</a:t>
            </a:r>
            <a:endParaRPr b="0" lang="en-US" sz="16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public void addMenuItem(Item item) {</a:t>
            </a:r>
            <a:endParaRPr b="0" lang="en-US" sz="16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 Add item logic */</a:t>
            </a:r>
            <a:endParaRPr b="0" lang="en-US" sz="16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457200">
              <a:lnSpc>
                <a:spcPct val="100000"/>
              </a:lnSpc>
            </a:pPr>
            <a:endParaRPr b="0" lang="en-US" sz="14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public void updateStock(Item item, int quantity) {</a:t>
            </a:r>
            <a:endParaRPr b="0" lang="en-US" sz="16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 Stock logic */</a:t>
            </a:r>
            <a:endParaRPr b="0" lang="en-US" sz="16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457200">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p:txBody>
      </p:sp>
      <p:sp>
        <p:nvSpPr>
          <p:cNvPr id="215" name="Google Shape;287;p68"/>
          <p:cNvSpPr/>
          <p:nvPr/>
        </p:nvSpPr>
        <p:spPr>
          <a:xfrm>
            <a:off x="-24480" y="696600"/>
            <a:ext cx="8406360" cy="5180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2800" spc="-1" strike="noStrike">
                <a:solidFill>
                  <a:srgbClr val="000000"/>
                </a:solidFill>
                <a:latin typeface="Arial"/>
                <a:ea typeface="Arial"/>
              </a:rPr>
              <a:t>Interface Segregation Principle (ISP)</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216" name="Google Shape;293;p69"/>
          <p:cNvCxnSpPr/>
          <p:nvPr/>
        </p:nvCxnSpPr>
        <p:spPr>
          <a:xfrm>
            <a:off x="0" y="1190880"/>
            <a:ext cx="6225120" cy="360"/>
          </a:xfrm>
          <a:prstGeom prst="straightConnector1">
            <a:avLst/>
          </a:prstGeom>
          <a:ln w="38100">
            <a:solidFill>
              <a:srgbClr val="c55a11"/>
            </a:solidFill>
            <a:miter/>
          </a:ln>
        </p:spPr>
      </p:cxnSp>
      <p:sp>
        <p:nvSpPr>
          <p:cNvPr id="217" name="Google Shape;294;p69"/>
          <p:cNvSpPr/>
          <p:nvPr/>
        </p:nvSpPr>
        <p:spPr>
          <a:xfrm>
            <a:off x="285120" y="236520"/>
            <a:ext cx="703944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a:t>
            </a:r>
            <a:endParaRPr b="0" lang="en-US" sz="2400" spc="-1" strike="noStrike">
              <a:solidFill>
                <a:srgbClr val="000000"/>
              </a:solidFill>
              <a:latin typeface="Arial"/>
            </a:endParaRPr>
          </a:p>
        </p:txBody>
      </p:sp>
      <p:pic>
        <p:nvPicPr>
          <p:cNvPr id="218" name="Google Shape;295;p69" descr=""/>
          <p:cNvPicPr/>
          <p:nvPr/>
        </p:nvPicPr>
        <p:blipFill>
          <a:blip r:embed="rId1"/>
          <a:stretch/>
        </p:blipFill>
        <p:spPr>
          <a:xfrm>
            <a:off x="8382240" y="0"/>
            <a:ext cx="755280" cy="1288080"/>
          </a:xfrm>
          <a:prstGeom prst="rect">
            <a:avLst/>
          </a:prstGeom>
          <a:ln w="0">
            <a:noFill/>
          </a:ln>
        </p:spPr>
      </p:pic>
      <p:sp>
        <p:nvSpPr>
          <p:cNvPr id="219" name="Google Shape;296;p69"/>
          <p:cNvSpPr/>
          <p:nvPr/>
        </p:nvSpPr>
        <p:spPr>
          <a:xfrm>
            <a:off x="407880" y="1814760"/>
            <a:ext cx="7974000" cy="2592720"/>
          </a:xfrm>
          <a:prstGeom prst="rect">
            <a:avLst/>
          </a:prstGeom>
          <a:noFill/>
          <a:ln w="0">
            <a:noFill/>
          </a:ln>
        </p:spPr>
        <p:style>
          <a:lnRef idx="0"/>
          <a:fillRef idx="0"/>
          <a:effectRef idx="0"/>
          <a:fontRef idx="minor"/>
        </p:style>
        <p:txBody>
          <a:bodyPr anchor="t">
            <a:spAutoFit/>
          </a:bodyPr>
          <a:p>
            <a:pPr algn="just">
              <a:lnSpc>
                <a:spcPct val="107000"/>
              </a:lnSpc>
              <a:tabLst>
                <a:tab algn="l" pos="0"/>
              </a:tabLst>
            </a:pPr>
            <a:r>
              <a:rPr b="1" lang="en-US" sz="2400" spc="-1" strike="noStrike">
                <a:solidFill>
                  <a:srgbClr val="000000"/>
                </a:solidFill>
                <a:latin typeface="Times New Roman"/>
                <a:ea typeface="Times New Roman"/>
              </a:rPr>
              <a:t>Problem:</a:t>
            </a:r>
            <a:endParaRPr b="0" lang="en-US" sz="2400" spc="-1" strike="noStrike">
              <a:solidFill>
                <a:srgbClr val="000000"/>
              </a:solidFill>
              <a:latin typeface="Arial"/>
            </a:endParaRPr>
          </a:p>
          <a:p>
            <a:pPr marL="343080" indent="-343080" algn="just">
              <a:lnSpc>
                <a:spcPct val="107000"/>
              </a:lnSpc>
              <a:spcBef>
                <a:spcPts val="799"/>
              </a:spcBef>
              <a:buClr>
                <a:srgbClr val="000000"/>
              </a:buClr>
              <a:buFont typeface="Arial"/>
              <a:buChar char="•"/>
              <a:tabLst>
                <a:tab algn="l" pos="0"/>
              </a:tabLst>
            </a:pPr>
            <a:r>
              <a:rPr b="0" lang="en-US" sz="2000" spc="-1" strike="noStrike">
                <a:solidFill>
                  <a:srgbClr val="000000"/>
                </a:solidFill>
                <a:latin typeface="Times New Roman"/>
                <a:ea typeface="Times New Roman"/>
              </a:rPr>
              <a:t>OrderService directly depends on MySQLDatabase to store orders. If we switch to </a:t>
            </a:r>
            <a:r>
              <a:rPr b="1" lang="en-US" sz="2000" spc="-1" strike="noStrike">
                <a:solidFill>
                  <a:srgbClr val="000000"/>
                </a:solidFill>
                <a:latin typeface="Times New Roman"/>
                <a:ea typeface="Times New Roman"/>
              </a:rPr>
              <a:t>MongoDB</a:t>
            </a:r>
            <a:r>
              <a:rPr b="0" lang="en-US" sz="2000" spc="-1" strike="noStrike">
                <a:solidFill>
                  <a:srgbClr val="000000"/>
                </a:solidFill>
                <a:latin typeface="Times New Roman"/>
                <a:ea typeface="Times New Roman"/>
              </a:rPr>
              <a:t>, we need to change multiple parts of the system.</a:t>
            </a:r>
            <a:endParaRPr b="0" lang="en-US" sz="2000" spc="-1" strike="noStrike">
              <a:solidFill>
                <a:srgbClr val="000000"/>
              </a:solidFill>
              <a:latin typeface="Arial"/>
            </a:endParaRPr>
          </a:p>
          <a:p>
            <a:pPr algn="just">
              <a:lnSpc>
                <a:spcPct val="107000"/>
              </a:lnSpc>
              <a:spcBef>
                <a:spcPts val="799"/>
              </a:spcBef>
              <a:tabLst>
                <a:tab algn="l" pos="0"/>
              </a:tabLst>
            </a:pPr>
            <a:r>
              <a:rPr b="1" lang="en-US" sz="2400" spc="-1" strike="noStrike">
                <a:solidFill>
                  <a:srgbClr val="000000"/>
                </a:solidFill>
                <a:latin typeface="Times New Roman"/>
                <a:ea typeface="Times New Roman"/>
              </a:rPr>
              <a:t>Solution:</a:t>
            </a:r>
            <a:endParaRPr b="0" lang="en-US" sz="2400" spc="-1" strike="noStrike">
              <a:solidFill>
                <a:srgbClr val="000000"/>
              </a:solidFill>
              <a:latin typeface="Arial"/>
            </a:endParaRPr>
          </a:p>
          <a:p>
            <a:pPr marL="343080" indent="-343080">
              <a:lnSpc>
                <a:spcPct val="100000"/>
              </a:lnSpc>
              <a:spcBef>
                <a:spcPts val="799"/>
              </a:spcBef>
              <a:buClr>
                <a:srgbClr val="000000"/>
              </a:buClr>
              <a:buFont typeface="Arial"/>
              <a:buChar char="•"/>
              <a:tabLst>
                <a:tab algn="l" pos="0"/>
              </a:tabLst>
            </a:pPr>
            <a:r>
              <a:rPr b="0" lang="en-US" sz="2000" spc="-1" strike="noStrike">
                <a:solidFill>
                  <a:srgbClr val="000000"/>
                </a:solidFill>
                <a:latin typeface="Times New Roman"/>
                <a:ea typeface="Times New Roman"/>
              </a:rPr>
              <a:t>Depend on </a:t>
            </a:r>
            <a:r>
              <a:rPr b="1" lang="en-US" sz="2000" spc="-1" strike="noStrike">
                <a:solidFill>
                  <a:srgbClr val="000000"/>
                </a:solidFill>
                <a:latin typeface="Times New Roman"/>
                <a:ea typeface="Times New Roman"/>
              </a:rPr>
              <a:t>abstractions</a:t>
            </a:r>
            <a:r>
              <a:rPr b="0" lang="en-US" sz="2000" spc="-1" strike="noStrike">
                <a:solidFill>
                  <a:srgbClr val="000000"/>
                </a:solidFill>
                <a:latin typeface="Times New Roman"/>
                <a:ea typeface="Times New Roman"/>
              </a:rPr>
              <a:t> instead of concrete classes.</a:t>
            </a:r>
            <a:endParaRPr b="0" lang="en-US" sz="2000" spc="-1" strike="noStrike">
              <a:solidFill>
                <a:srgbClr val="000000"/>
              </a:solidFill>
              <a:latin typeface="Arial"/>
            </a:endParaRPr>
          </a:p>
          <a:p>
            <a:pPr>
              <a:lnSpc>
                <a:spcPct val="150000"/>
              </a:lnSpc>
              <a:tabLst>
                <a:tab algn="l" pos="0"/>
              </a:tabLst>
            </a:pPr>
            <a:endParaRPr b="0" lang="en-US" sz="2000" spc="-1" strike="noStrike">
              <a:solidFill>
                <a:srgbClr val="000000"/>
              </a:solidFill>
              <a:latin typeface="Arial"/>
            </a:endParaRPr>
          </a:p>
        </p:txBody>
      </p:sp>
      <p:sp>
        <p:nvSpPr>
          <p:cNvPr id="220" name="Google Shape;297;p69"/>
          <p:cNvSpPr/>
          <p:nvPr/>
        </p:nvSpPr>
        <p:spPr>
          <a:xfrm>
            <a:off x="-24480" y="696600"/>
            <a:ext cx="8406360" cy="5792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3200" spc="-1" strike="noStrike">
                <a:solidFill>
                  <a:srgbClr val="000000"/>
                </a:solidFill>
                <a:latin typeface="Arial"/>
                <a:ea typeface="Arial"/>
              </a:rPr>
              <a:t>Dependency Inversion Principle (DIP)</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221" name="Google Shape;303;p70"/>
          <p:cNvCxnSpPr/>
          <p:nvPr/>
        </p:nvCxnSpPr>
        <p:spPr>
          <a:xfrm>
            <a:off x="0" y="1190880"/>
            <a:ext cx="6225120" cy="360"/>
          </a:xfrm>
          <a:prstGeom prst="straightConnector1">
            <a:avLst/>
          </a:prstGeom>
          <a:ln w="38100">
            <a:solidFill>
              <a:srgbClr val="c55a11"/>
            </a:solidFill>
            <a:miter/>
          </a:ln>
        </p:spPr>
      </p:cxnSp>
      <p:sp>
        <p:nvSpPr>
          <p:cNvPr id="222" name="Google Shape;304;p70"/>
          <p:cNvSpPr/>
          <p:nvPr/>
        </p:nvSpPr>
        <p:spPr>
          <a:xfrm>
            <a:off x="285120" y="236520"/>
            <a:ext cx="703944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a:t>
            </a:r>
            <a:endParaRPr b="0" lang="en-US" sz="2400" spc="-1" strike="noStrike">
              <a:solidFill>
                <a:srgbClr val="000000"/>
              </a:solidFill>
              <a:latin typeface="Arial"/>
            </a:endParaRPr>
          </a:p>
        </p:txBody>
      </p:sp>
      <p:pic>
        <p:nvPicPr>
          <p:cNvPr id="223" name="Google Shape;305;p70" descr=""/>
          <p:cNvPicPr/>
          <p:nvPr/>
        </p:nvPicPr>
        <p:blipFill>
          <a:blip r:embed="rId1"/>
          <a:stretch/>
        </p:blipFill>
        <p:spPr>
          <a:xfrm>
            <a:off x="8382240" y="0"/>
            <a:ext cx="755280" cy="1288080"/>
          </a:xfrm>
          <a:prstGeom prst="rect">
            <a:avLst/>
          </a:prstGeom>
          <a:ln w="0">
            <a:noFill/>
          </a:ln>
        </p:spPr>
      </p:pic>
      <p:sp>
        <p:nvSpPr>
          <p:cNvPr id="224" name="Google Shape;306;p70"/>
          <p:cNvSpPr/>
          <p:nvPr/>
        </p:nvSpPr>
        <p:spPr>
          <a:xfrm>
            <a:off x="1027800" y="1803240"/>
            <a:ext cx="6154920" cy="3746880"/>
          </a:xfrm>
          <a:prstGeom prst="rect">
            <a:avLst/>
          </a:prstGeom>
          <a:noFill/>
          <a:ln w="19050">
            <a:solidFill>
              <a:srgbClr val="000000"/>
            </a:solidFill>
            <a:round/>
          </a:ln>
        </p:spPr>
        <p:style>
          <a:lnRef idx="0"/>
          <a:fillRef idx="0"/>
          <a:effectRef idx="0"/>
          <a:fontRef idx="minor"/>
        </p:style>
        <p:txBody>
          <a:bodyPr anchor="t">
            <a:spAutoFit/>
          </a:bodyPr>
          <a:p>
            <a:pPr marL="914400">
              <a:lnSpc>
                <a:spcPct val="100000"/>
              </a:lnSpc>
            </a:pPr>
            <a:r>
              <a:rPr b="0" lang="en-US" sz="1600" spc="-1" strike="noStrike">
                <a:solidFill>
                  <a:srgbClr val="000000"/>
                </a:solidFill>
                <a:latin typeface="Arial"/>
                <a:ea typeface="Arial"/>
              </a:rPr>
              <a:t>interface Database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void saveOrder(Order order);</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914400">
              <a:lnSpc>
                <a:spcPct val="100000"/>
              </a:lnSpc>
            </a:pP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class MySQLDatabase implements Database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public void saveOrder(Order order)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 MySQL logic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914400">
              <a:lnSpc>
                <a:spcPct val="100000"/>
              </a:lnSpc>
            </a:pP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class MongoDBDatabase implements Database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public void saveOrder(Order order)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 MongoDB logic */</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a:t>
            </a:r>
            <a:endParaRPr b="0" lang="en-US" sz="1600" spc="-1" strike="noStrike">
              <a:solidFill>
                <a:srgbClr val="000000"/>
              </a:solidFill>
              <a:latin typeface="Arial"/>
            </a:endParaRPr>
          </a:p>
          <a:p>
            <a:pPr marL="914400">
              <a:lnSpc>
                <a:spcPct val="100000"/>
              </a:lnSpc>
            </a:pPr>
            <a:r>
              <a:rPr b="0" lang="en-US" sz="1600" spc="-1" strike="noStrike">
                <a:solidFill>
                  <a:srgbClr val="000000"/>
                </a:solidFill>
                <a:latin typeface="Arial"/>
                <a:ea typeface="Arial"/>
              </a:rPr>
              <a:t>}</a:t>
            </a:r>
            <a:endParaRPr b="0" lang="en-US" sz="1600" spc="-1" strike="noStrike">
              <a:solidFill>
                <a:srgbClr val="000000"/>
              </a:solidFill>
              <a:latin typeface="Arial"/>
            </a:endParaRPr>
          </a:p>
        </p:txBody>
      </p:sp>
      <p:sp>
        <p:nvSpPr>
          <p:cNvPr id="225" name="Google Shape;307;p70"/>
          <p:cNvSpPr/>
          <p:nvPr/>
        </p:nvSpPr>
        <p:spPr>
          <a:xfrm>
            <a:off x="-24480" y="696600"/>
            <a:ext cx="8406360" cy="5180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2800" spc="-1" strike="noStrike">
                <a:solidFill>
                  <a:srgbClr val="000000"/>
                </a:solidFill>
                <a:latin typeface="Arial"/>
                <a:ea typeface="Arial"/>
              </a:rPr>
              <a:t>Dependency Inversion Principle (DIP)</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226" name="Google Shape;313;p71"/>
          <p:cNvCxnSpPr/>
          <p:nvPr/>
        </p:nvCxnSpPr>
        <p:spPr>
          <a:xfrm>
            <a:off x="0" y="1190880"/>
            <a:ext cx="6225120" cy="360"/>
          </a:xfrm>
          <a:prstGeom prst="straightConnector1">
            <a:avLst/>
          </a:prstGeom>
          <a:ln w="38100">
            <a:solidFill>
              <a:srgbClr val="c55a11"/>
            </a:solidFill>
            <a:miter/>
          </a:ln>
        </p:spPr>
      </p:cxnSp>
      <p:sp>
        <p:nvSpPr>
          <p:cNvPr id="227" name="Google Shape;314;p71"/>
          <p:cNvSpPr/>
          <p:nvPr/>
        </p:nvSpPr>
        <p:spPr>
          <a:xfrm>
            <a:off x="285120" y="236520"/>
            <a:ext cx="703944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a:t>
            </a:r>
            <a:endParaRPr b="0" lang="en-US" sz="2400" spc="-1" strike="noStrike">
              <a:solidFill>
                <a:srgbClr val="000000"/>
              </a:solidFill>
              <a:latin typeface="Arial"/>
            </a:endParaRPr>
          </a:p>
        </p:txBody>
      </p:sp>
      <p:pic>
        <p:nvPicPr>
          <p:cNvPr id="228" name="Google Shape;315;p71" descr=""/>
          <p:cNvPicPr/>
          <p:nvPr/>
        </p:nvPicPr>
        <p:blipFill>
          <a:blip r:embed="rId1"/>
          <a:stretch/>
        </p:blipFill>
        <p:spPr>
          <a:xfrm>
            <a:off x="8382240" y="0"/>
            <a:ext cx="755280" cy="1288080"/>
          </a:xfrm>
          <a:prstGeom prst="rect">
            <a:avLst/>
          </a:prstGeom>
          <a:ln w="0">
            <a:noFill/>
          </a:ln>
        </p:spPr>
      </p:pic>
      <p:sp>
        <p:nvSpPr>
          <p:cNvPr id="229" name="Google Shape;316;p71"/>
          <p:cNvSpPr/>
          <p:nvPr/>
        </p:nvSpPr>
        <p:spPr>
          <a:xfrm>
            <a:off x="1030320" y="1836000"/>
            <a:ext cx="6297120" cy="3108600"/>
          </a:xfrm>
          <a:prstGeom prst="rect">
            <a:avLst/>
          </a:prstGeom>
          <a:noFill/>
          <a:ln w="19050">
            <a:solidFill>
              <a:srgbClr val="000000"/>
            </a:solidFill>
            <a:round/>
          </a:ln>
        </p:spPr>
        <p:style>
          <a:lnRef idx="0"/>
          <a:fillRef idx="0"/>
          <a:effectRef idx="0"/>
          <a:fontRef idx="minor"/>
        </p:style>
        <p:txBody>
          <a:bodyPr anchor="t">
            <a:spAutoFit/>
          </a:bodyPr>
          <a:p>
            <a:pPr marL="914400">
              <a:lnSpc>
                <a:spcPct val="100000"/>
              </a:lnSpc>
            </a:pPr>
            <a:r>
              <a:rPr b="0" lang="en-US" sz="1800" spc="-1" strike="noStrike">
                <a:solidFill>
                  <a:srgbClr val="000000"/>
                </a:solidFill>
                <a:latin typeface="Arial"/>
                <a:ea typeface="Arial"/>
              </a:rPr>
              <a:t>class OrderService {</a:t>
            </a:r>
            <a:endParaRPr b="0" lang="en-US" sz="1800" spc="-1" strike="noStrike">
              <a:solidFill>
                <a:srgbClr val="000000"/>
              </a:solidFill>
              <a:latin typeface="Arial"/>
            </a:endParaRPr>
          </a:p>
          <a:p>
            <a:pPr marL="914400">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private Database database;</a:t>
            </a:r>
            <a:endParaRPr b="0" lang="en-US" sz="1800" spc="-1" strike="noStrike">
              <a:solidFill>
                <a:srgbClr val="000000"/>
              </a:solidFill>
              <a:latin typeface="Arial"/>
            </a:endParaRPr>
          </a:p>
          <a:p>
            <a:pPr marL="914400">
              <a:lnSpc>
                <a:spcPct val="100000"/>
              </a:lnSpc>
            </a:pPr>
            <a:r>
              <a:rPr b="0" lang="en-US" sz="1800" spc="-1" strike="noStrike">
                <a:solidFill>
                  <a:srgbClr val="000000"/>
                </a:solidFill>
                <a:latin typeface="Arial"/>
                <a:ea typeface="Arial"/>
              </a:rPr>
              <a:t>    </a:t>
            </a:r>
            <a:endParaRPr b="0" lang="en-US" sz="1800" spc="-1" strike="noStrike">
              <a:solidFill>
                <a:srgbClr val="000000"/>
              </a:solidFill>
              <a:latin typeface="Arial"/>
            </a:endParaRPr>
          </a:p>
          <a:p>
            <a:pPr marL="914400">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public OrderService(Database database) {</a:t>
            </a:r>
            <a:endParaRPr b="0" lang="en-US" sz="1800" spc="-1" strike="noStrike">
              <a:solidFill>
                <a:srgbClr val="000000"/>
              </a:solidFill>
              <a:latin typeface="Arial"/>
            </a:endParaRPr>
          </a:p>
          <a:p>
            <a:pPr marL="914400">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this.database = database;</a:t>
            </a:r>
            <a:endParaRPr b="0" lang="en-US" sz="1800" spc="-1" strike="noStrike">
              <a:solidFill>
                <a:srgbClr val="000000"/>
              </a:solidFill>
              <a:latin typeface="Arial"/>
            </a:endParaRPr>
          </a:p>
          <a:p>
            <a:pPr marL="914400">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a:t>
            </a:r>
            <a:endParaRPr b="0" lang="en-US" sz="1800" spc="-1" strike="noStrike">
              <a:solidFill>
                <a:srgbClr val="000000"/>
              </a:solidFill>
              <a:latin typeface="Arial"/>
            </a:endParaRPr>
          </a:p>
          <a:p>
            <a:pPr marL="914400">
              <a:lnSpc>
                <a:spcPct val="100000"/>
              </a:lnSpc>
            </a:pPr>
            <a:endParaRPr b="0" lang="en-US" sz="1800" spc="-1" strike="noStrike">
              <a:solidFill>
                <a:srgbClr val="000000"/>
              </a:solidFill>
              <a:latin typeface="Arial"/>
            </a:endParaRPr>
          </a:p>
          <a:p>
            <a:pPr marL="914400">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public void placeOrder(Order order) {</a:t>
            </a:r>
            <a:endParaRPr b="0" lang="en-US" sz="1800" spc="-1" strike="noStrike">
              <a:solidFill>
                <a:srgbClr val="000000"/>
              </a:solidFill>
              <a:latin typeface="Arial"/>
            </a:endParaRPr>
          </a:p>
          <a:p>
            <a:pPr marL="914400">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database.saveOrder(order);</a:t>
            </a:r>
            <a:endParaRPr b="0" lang="en-US" sz="1800" spc="-1" strike="noStrike">
              <a:solidFill>
                <a:srgbClr val="000000"/>
              </a:solidFill>
              <a:latin typeface="Arial"/>
            </a:endParaRPr>
          </a:p>
          <a:p>
            <a:pPr marL="914400">
              <a:lnSpc>
                <a:spcPct val="100000"/>
              </a:lnSpc>
            </a:pPr>
            <a:r>
              <a:rPr b="0" lang="en-US" sz="1800" spc="-1" strike="noStrike">
                <a:solidFill>
                  <a:srgbClr val="000000"/>
                </a:solidFill>
                <a:latin typeface="Arial"/>
                <a:ea typeface="Arial"/>
              </a:rPr>
              <a:t>    </a:t>
            </a:r>
            <a:r>
              <a:rPr b="0" lang="en-US" sz="1800" spc="-1" strike="noStrike">
                <a:solidFill>
                  <a:srgbClr val="000000"/>
                </a:solidFill>
                <a:latin typeface="Arial"/>
                <a:ea typeface="Arial"/>
              </a:rPr>
              <a:t>}</a:t>
            </a:r>
            <a:endParaRPr b="0" lang="en-US" sz="1800" spc="-1" strike="noStrike">
              <a:solidFill>
                <a:srgbClr val="000000"/>
              </a:solidFill>
              <a:latin typeface="Arial"/>
            </a:endParaRPr>
          </a:p>
          <a:p>
            <a:pPr marL="914400">
              <a:lnSpc>
                <a:spcPct val="100000"/>
              </a:lnSpc>
            </a:pPr>
            <a:r>
              <a:rPr b="0" lang="en-US" sz="1800" spc="-1" strike="noStrike">
                <a:solidFill>
                  <a:srgbClr val="000000"/>
                </a:solidFill>
                <a:latin typeface="Arial"/>
                <a:ea typeface="Arial"/>
              </a:rPr>
              <a:t>}</a:t>
            </a:r>
            <a:endParaRPr b="0" lang="en-US" sz="1800" spc="-1" strike="noStrike">
              <a:solidFill>
                <a:srgbClr val="000000"/>
              </a:solidFill>
              <a:latin typeface="Arial"/>
            </a:endParaRPr>
          </a:p>
        </p:txBody>
      </p:sp>
      <p:sp>
        <p:nvSpPr>
          <p:cNvPr id="230" name="Google Shape;317;p71"/>
          <p:cNvSpPr/>
          <p:nvPr/>
        </p:nvSpPr>
        <p:spPr>
          <a:xfrm>
            <a:off x="0" y="588240"/>
            <a:ext cx="8406360" cy="5792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3200" spc="-1" strike="noStrike">
                <a:solidFill>
                  <a:srgbClr val="000000"/>
                </a:solidFill>
                <a:latin typeface="Arial"/>
                <a:ea typeface="Arial"/>
              </a:rPr>
              <a:t>Dependency Inversion Principle (DIP)</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231" name="Google Shape;322;p32"/>
          <p:cNvCxnSpPr/>
          <p:nvPr/>
        </p:nvCxnSpPr>
        <p:spPr>
          <a:xfrm>
            <a:off x="4086000" y="3022560"/>
            <a:ext cx="3436560" cy="360"/>
          </a:xfrm>
          <a:prstGeom prst="straightConnector1">
            <a:avLst/>
          </a:prstGeom>
          <a:ln w="38100">
            <a:solidFill>
              <a:srgbClr val="c55a11"/>
            </a:solidFill>
            <a:miter/>
          </a:ln>
        </p:spPr>
      </p:cxnSp>
      <p:grpSp>
        <p:nvGrpSpPr>
          <p:cNvPr id="232" name="Google Shape;323;p32"/>
          <p:cNvGrpSpPr/>
          <p:nvPr/>
        </p:nvGrpSpPr>
        <p:grpSpPr>
          <a:xfrm>
            <a:off x="223920" y="968760"/>
            <a:ext cx="8638560" cy="4663080"/>
            <a:chOff x="223920" y="968760"/>
            <a:chExt cx="8638560" cy="4663080"/>
          </a:xfrm>
        </p:grpSpPr>
        <p:sp>
          <p:nvSpPr>
            <p:cNvPr id="233" name="Google Shape;324;p32"/>
            <p:cNvSpPr/>
            <p:nvPr/>
          </p:nvSpPr>
          <p:spPr>
            <a:xfrm>
              <a:off x="8827920" y="977040"/>
              <a:ext cx="33840" cy="79992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234" name="Google Shape;325;p32"/>
            <p:cNvSpPr/>
            <p:nvPr/>
          </p:nvSpPr>
          <p:spPr>
            <a:xfrm rot="5400000">
              <a:off x="8445600" y="585360"/>
              <a:ext cx="33840" cy="79992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235" name="Google Shape;326;p32"/>
            <p:cNvSpPr/>
            <p:nvPr/>
          </p:nvSpPr>
          <p:spPr>
            <a:xfrm rot="5400000">
              <a:off x="606960" y="5214960"/>
              <a:ext cx="33840" cy="79992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236" name="Google Shape;327;p32"/>
            <p:cNvSpPr/>
            <p:nvPr/>
          </p:nvSpPr>
          <p:spPr>
            <a:xfrm rot="10800000">
              <a:off x="223920" y="4824000"/>
              <a:ext cx="33840" cy="79992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grpSp>
      <p:sp>
        <p:nvSpPr>
          <p:cNvPr id="237" name="Google Shape;328;p32"/>
          <p:cNvSpPr/>
          <p:nvPr/>
        </p:nvSpPr>
        <p:spPr>
          <a:xfrm>
            <a:off x="4086000" y="2394360"/>
            <a:ext cx="3452400" cy="47988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en-US" sz="2700" spc="-1" strike="noStrike">
                <a:solidFill>
                  <a:srgbClr val="c55a11"/>
                </a:solidFill>
                <a:latin typeface="Times New Roman"/>
                <a:ea typeface="Times New Roman"/>
              </a:rPr>
              <a:t>THANK YOU</a:t>
            </a:r>
            <a:endParaRPr b="0" lang="en-US" sz="2700" spc="-1" strike="noStrike">
              <a:solidFill>
                <a:srgbClr val="000000"/>
              </a:solidFill>
              <a:latin typeface="Arial"/>
            </a:endParaRPr>
          </a:p>
        </p:txBody>
      </p:sp>
      <p:pic>
        <p:nvPicPr>
          <p:cNvPr id="238" name="Google Shape;329;p32" descr="https://lh7-rt.googleusercontent.com/slidesz/AGV_vUfTyFw7WSX9KjaO-w1Rw9d4JRvVdmmfjkmlozulmt3QTqBh9ZxkKZqWVSOL6A0uLppCXIGMj-AK-nArlVJP-7sEU1L0BpmI1S4SGeApMn7CqgdAfgg8nW-E0bt-g7CVWEBjHfNOJLmBMvme8ah0xQ=s2048?key=90YWuivvAQe76yp95CsInCkp"/>
          <p:cNvPicPr/>
          <p:nvPr/>
        </p:nvPicPr>
        <p:blipFill>
          <a:blip r:embed="rId1"/>
          <a:stretch/>
        </p:blipFill>
        <p:spPr>
          <a:xfrm>
            <a:off x="1100160" y="1002960"/>
            <a:ext cx="2230200" cy="3845880"/>
          </a:xfrm>
          <a:prstGeom prst="rect">
            <a:avLst/>
          </a:prstGeom>
          <a:ln w="0">
            <a:noFill/>
          </a:ln>
        </p:spPr>
      </p:pic>
      <p:sp>
        <p:nvSpPr>
          <p:cNvPr id="239" name="Google Shape;330;p32"/>
          <p:cNvSpPr/>
          <p:nvPr/>
        </p:nvSpPr>
        <p:spPr>
          <a:xfrm>
            <a:off x="4086000" y="3138120"/>
            <a:ext cx="4707720" cy="89064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en-US" sz="2000" spc="-1" strike="noStrike">
                <a:solidFill>
                  <a:schemeClr val="dk1"/>
                </a:solidFill>
                <a:latin typeface="Times New Roman"/>
                <a:ea typeface="Times New Roman"/>
              </a:rPr>
              <a:t>Dr. R. Nandhi Kesavan</a:t>
            </a:r>
            <a:endParaRPr b="0" lang="en-US" sz="2000" spc="-1" strike="noStrike">
              <a:solidFill>
                <a:srgbClr val="000000"/>
              </a:solidFill>
              <a:latin typeface="Arial"/>
            </a:endParaRPr>
          </a:p>
          <a:p>
            <a:pPr>
              <a:lnSpc>
                <a:spcPct val="100000"/>
              </a:lnSpc>
              <a:tabLst>
                <a:tab algn="l" pos="0"/>
              </a:tabLst>
            </a:pPr>
            <a:r>
              <a:rPr b="1" lang="en-US" sz="2000" spc="-1" strike="noStrike">
                <a:solidFill>
                  <a:schemeClr val="dk1"/>
                </a:solidFill>
                <a:latin typeface="Times New Roman"/>
                <a:ea typeface="Times New Roman"/>
              </a:rPr>
              <a:t>Computer Science and Engineering</a:t>
            </a:r>
            <a:endParaRPr b="0" lang="en-US" sz="20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44</TotalTime>
  <Application>LibreOffice/24.2.2.2$MacOSX_X86_64 LibreOffice_project/d56cc158d8a96260b836f100ef4b4ef25d6f1a01</Application>
  <AppVersion>15.0000</AppVersion>
  <Words>877</Words>
  <Paragraphs>180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1999-02-24T20:45:50Z</dcterms:created>
  <dc:creator>USER</dc:creator>
  <dc:description/>
  <dc:language>en-US</dc:language>
  <cp:lastModifiedBy/>
  <dcterms:modified xsi:type="dcterms:W3CDTF">2026-03-18T12:36:30Z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14</vt:i4>
  </property>
  <property fmtid="{D5CDD505-2E9C-101B-9397-08002B2CF9AE}" pid="3" name="PresentationFormat">
    <vt:lpwstr>On-screen Show (4:3)</vt:lpwstr>
  </property>
  <property fmtid="{D5CDD505-2E9C-101B-9397-08002B2CF9AE}" pid="4" name="Slides">
    <vt:i4>14</vt:i4>
  </property>
</Properties>
</file>